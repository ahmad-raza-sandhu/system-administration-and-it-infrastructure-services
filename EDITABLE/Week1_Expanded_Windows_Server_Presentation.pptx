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32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7.png"/><Relationship Id="rId7" Type="http://schemas.openxmlformats.org/officeDocument/2006/relationships/image" Target="../media/image2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43.png"/><Relationship Id="rId7" Type="http://schemas.openxmlformats.org/officeDocument/2006/relationships/image" Target="../media/image2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11.png"/><Relationship Id="rId7" Type="http://schemas.openxmlformats.org/officeDocument/2006/relationships/image" Target="../media/image5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1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1.png"/><Relationship Id="rId7" Type="http://schemas.openxmlformats.org/officeDocument/2006/relationships/image" Target="../media/image1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9.png"/><Relationship Id="rId7" Type="http://schemas.openxmlformats.org/officeDocument/2006/relationships/image" Target="../media/image91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90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62.svg"/></Relationships>
</file>

<file path=ppt/diagrams/_rels/data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/Relationships>
</file>

<file path=ppt/diagrams/_rels/data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image" Target="../media/image39.png"/><Relationship Id="rId7" Type="http://schemas.openxmlformats.org/officeDocument/2006/relationships/image" Target="../media/image108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diagrams/_rels/data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sv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svg"/><Relationship Id="rId1" Type="http://schemas.openxmlformats.org/officeDocument/2006/relationships/image" Target="../media/image110.png"/><Relationship Id="rId6" Type="http://schemas.openxmlformats.org/officeDocument/2006/relationships/image" Target="../media/image115.svg"/><Relationship Id="rId5" Type="http://schemas.openxmlformats.org/officeDocument/2006/relationships/image" Target="../media/image114.png"/><Relationship Id="rId4" Type="http://schemas.openxmlformats.org/officeDocument/2006/relationships/image" Target="../media/image113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7.png"/><Relationship Id="rId7" Type="http://schemas.openxmlformats.org/officeDocument/2006/relationships/image" Target="../media/image2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43.png"/><Relationship Id="rId7" Type="http://schemas.openxmlformats.org/officeDocument/2006/relationships/image" Target="../media/image2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11.png"/><Relationship Id="rId7" Type="http://schemas.openxmlformats.org/officeDocument/2006/relationships/image" Target="../media/image5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1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1.png"/><Relationship Id="rId7" Type="http://schemas.openxmlformats.org/officeDocument/2006/relationships/image" Target="../media/image1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9.png"/><Relationship Id="rId7" Type="http://schemas.openxmlformats.org/officeDocument/2006/relationships/image" Target="../media/image91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90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62.svg"/></Relationships>
</file>

<file path=ppt/diagrams/_rels/drawing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/Relationships>
</file>

<file path=ppt/diagrams/_rels/drawing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image" Target="../media/image39.png"/><Relationship Id="rId7" Type="http://schemas.openxmlformats.org/officeDocument/2006/relationships/image" Target="../media/image108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diagrams/_rels/drawing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sv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svg"/><Relationship Id="rId1" Type="http://schemas.openxmlformats.org/officeDocument/2006/relationships/image" Target="../media/image110.png"/><Relationship Id="rId6" Type="http://schemas.openxmlformats.org/officeDocument/2006/relationships/image" Target="../media/image115.svg"/><Relationship Id="rId5" Type="http://schemas.openxmlformats.org/officeDocument/2006/relationships/image" Target="../media/image114.png"/><Relationship Id="rId4" Type="http://schemas.openxmlformats.org/officeDocument/2006/relationships/image" Target="../media/image113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987BBB-FD28-4CC8-8157-A6BF775D9D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09B622D-CB89-485B-B6F2-84FA428B5412}">
      <dgm:prSet/>
      <dgm:spPr/>
      <dgm:t>
        <a:bodyPr/>
        <a:lstStyle/>
        <a:p>
          <a:r>
            <a:rPr lang="en-US" b="0" i="0"/>
            <a:t>Definition: System administration is the process of managing, configuring, and maintaining computer servers and infrastructure.</a:t>
          </a:r>
          <a:endParaRPr lang="en-US"/>
        </a:p>
      </dgm:t>
    </dgm:pt>
    <dgm:pt modelId="{381E603C-0FBE-48C7-BCD9-F7AC300923FB}" type="parTrans" cxnId="{101B3637-F574-4825-9D35-5FABA6934D05}">
      <dgm:prSet/>
      <dgm:spPr/>
      <dgm:t>
        <a:bodyPr/>
        <a:lstStyle/>
        <a:p>
          <a:endParaRPr lang="en-US"/>
        </a:p>
      </dgm:t>
    </dgm:pt>
    <dgm:pt modelId="{00B4A52E-24D0-42C5-ACE8-CCEF515FB95A}" type="sibTrans" cxnId="{101B3637-F574-4825-9D35-5FABA6934D05}">
      <dgm:prSet/>
      <dgm:spPr/>
      <dgm:t>
        <a:bodyPr/>
        <a:lstStyle/>
        <a:p>
          <a:endParaRPr lang="en-US"/>
        </a:p>
      </dgm:t>
    </dgm:pt>
    <dgm:pt modelId="{5EBCCB0C-C24B-4090-A08B-95A8316E3952}">
      <dgm:prSet/>
      <dgm:spPr/>
      <dgm:t>
        <a:bodyPr/>
        <a:lstStyle/>
        <a:p>
          <a:r>
            <a:rPr lang="en-US" b="0" i="0"/>
            <a:t>It ensures systems are secure, stable, and always available.</a:t>
          </a:r>
          <a:endParaRPr lang="en-US"/>
        </a:p>
      </dgm:t>
    </dgm:pt>
    <dgm:pt modelId="{4BF9D58E-CC94-4B0A-AD60-66FACFD1B8E0}" type="parTrans" cxnId="{F05BF1B4-F2AD-4910-9E1C-52021BD540E7}">
      <dgm:prSet/>
      <dgm:spPr/>
      <dgm:t>
        <a:bodyPr/>
        <a:lstStyle/>
        <a:p>
          <a:endParaRPr lang="en-US"/>
        </a:p>
      </dgm:t>
    </dgm:pt>
    <dgm:pt modelId="{C2BAF063-9821-430E-9525-B300400B1C73}" type="sibTrans" cxnId="{F05BF1B4-F2AD-4910-9E1C-52021BD540E7}">
      <dgm:prSet/>
      <dgm:spPr/>
      <dgm:t>
        <a:bodyPr/>
        <a:lstStyle/>
        <a:p>
          <a:endParaRPr lang="en-US"/>
        </a:p>
      </dgm:t>
    </dgm:pt>
    <dgm:pt modelId="{AB214DF9-4934-4593-947A-B9A1E76A1505}">
      <dgm:prSet/>
      <dgm:spPr/>
      <dgm:t>
        <a:bodyPr/>
        <a:lstStyle/>
        <a:p>
          <a:r>
            <a:rPr lang="en-US" b="0" i="0"/>
            <a:t>Example: A company admin maintains servers so employees can access files 24/7.</a:t>
          </a:r>
          <a:endParaRPr lang="en-US"/>
        </a:p>
      </dgm:t>
    </dgm:pt>
    <dgm:pt modelId="{E4A59AB9-3DDF-4776-B9BD-6F6CADD505BE}" type="parTrans" cxnId="{0206AEB7-F22A-49E7-BD6F-FDBAAACDA6B9}">
      <dgm:prSet/>
      <dgm:spPr/>
      <dgm:t>
        <a:bodyPr/>
        <a:lstStyle/>
        <a:p>
          <a:endParaRPr lang="en-US"/>
        </a:p>
      </dgm:t>
    </dgm:pt>
    <dgm:pt modelId="{61ADEA32-B1EC-4F68-B3CF-0A27D03F12F9}" type="sibTrans" cxnId="{0206AEB7-F22A-49E7-BD6F-FDBAAACDA6B9}">
      <dgm:prSet/>
      <dgm:spPr/>
      <dgm:t>
        <a:bodyPr/>
        <a:lstStyle/>
        <a:p>
          <a:endParaRPr lang="en-US"/>
        </a:p>
      </dgm:t>
    </dgm:pt>
    <dgm:pt modelId="{0FBC6DA8-CEF3-4F91-AFCE-2440C1B4848C}" type="pres">
      <dgm:prSet presAssocID="{36987BBB-FD28-4CC8-8157-A6BF775D9D5A}" presName="root" presStyleCnt="0">
        <dgm:presLayoutVars>
          <dgm:dir/>
          <dgm:resizeHandles val="exact"/>
        </dgm:presLayoutVars>
      </dgm:prSet>
      <dgm:spPr/>
    </dgm:pt>
    <dgm:pt modelId="{9796F2FF-D4F2-4856-8D3B-4063B21FE4DC}" type="pres">
      <dgm:prSet presAssocID="{009B622D-CB89-485B-B6F2-84FA428B5412}" presName="compNode" presStyleCnt="0"/>
      <dgm:spPr/>
    </dgm:pt>
    <dgm:pt modelId="{A0F4F1A3-F9EC-42C2-BD2A-16A875CEF615}" type="pres">
      <dgm:prSet presAssocID="{009B622D-CB89-485B-B6F2-84FA428B5412}" presName="bgRect" presStyleLbl="bgShp" presStyleIdx="0" presStyleCnt="3"/>
      <dgm:spPr/>
    </dgm:pt>
    <dgm:pt modelId="{AEC1C007-6435-4A34-BA92-B4C88EA4DBF8}" type="pres">
      <dgm:prSet presAssocID="{009B622D-CB89-485B-B6F2-84FA428B54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B3CAFC3-416A-4762-82C3-4F95BBA31364}" type="pres">
      <dgm:prSet presAssocID="{009B622D-CB89-485B-B6F2-84FA428B5412}" presName="spaceRect" presStyleCnt="0"/>
      <dgm:spPr/>
    </dgm:pt>
    <dgm:pt modelId="{686935DA-4474-4A5B-B25C-69114894D7B4}" type="pres">
      <dgm:prSet presAssocID="{009B622D-CB89-485B-B6F2-84FA428B5412}" presName="parTx" presStyleLbl="revTx" presStyleIdx="0" presStyleCnt="3">
        <dgm:presLayoutVars>
          <dgm:chMax val="0"/>
          <dgm:chPref val="0"/>
        </dgm:presLayoutVars>
      </dgm:prSet>
      <dgm:spPr/>
    </dgm:pt>
    <dgm:pt modelId="{318984B1-8A96-46DA-A26C-806F9F5EC6B4}" type="pres">
      <dgm:prSet presAssocID="{00B4A52E-24D0-42C5-ACE8-CCEF515FB95A}" presName="sibTrans" presStyleCnt="0"/>
      <dgm:spPr/>
    </dgm:pt>
    <dgm:pt modelId="{7F3EBC83-41AC-444A-9858-4E4BAF8607B9}" type="pres">
      <dgm:prSet presAssocID="{5EBCCB0C-C24B-4090-A08B-95A8316E3952}" presName="compNode" presStyleCnt="0"/>
      <dgm:spPr/>
    </dgm:pt>
    <dgm:pt modelId="{057CC6AD-6505-4917-BD35-A4883EB5A58E}" type="pres">
      <dgm:prSet presAssocID="{5EBCCB0C-C24B-4090-A08B-95A8316E3952}" presName="bgRect" presStyleLbl="bgShp" presStyleIdx="1" presStyleCnt="3"/>
      <dgm:spPr/>
    </dgm:pt>
    <dgm:pt modelId="{40EEB87D-098B-4FC1-AEE5-C799E05751EA}" type="pres">
      <dgm:prSet presAssocID="{5EBCCB0C-C24B-4090-A08B-95A8316E39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9198A7C-8872-4987-AEE6-4FD33EF068E6}" type="pres">
      <dgm:prSet presAssocID="{5EBCCB0C-C24B-4090-A08B-95A8316E3952}" presName="spaceRect" presStyleCnt="0"/>
      <dgm:spPr/>
    </dgm:pt>
    <dgm:pt modelId="{86D01AD5-DBAD-4325-9136-A2ED7940567C}" type="pres">
      <dgm:prSet presAssocID="{5EBCCB0C-C24B-4090-A08B-95A8316E3952}" presName="parTx" presStyleLbl="revTx" presStyleIdx="1" presStyleCnt="3">
        <dgm:presLayoutVars>
          <dgm:chMax val="0"/>
          <dgm:chPref val="0"/>
        </dgm:presLayoutVars>
      </dgm:prSet>
      <dgm:spPr/>
    </dgm:pt>
    <dgm:pt modelId="{FEB00CCE-A71E-4787-B81E-C8B81DAE789A}" type="pres">
      <dgm:prSet presAssocID="{C2BAF063-9821-430E-9525-B300400B1C73}" presName="sibTrans" presStyleCnt="0"/>
      <dgm:spPr/>
    </dgm:pt>
    <dgm:pt modelId="{634801E0-9583-46D4-9501-618F7100DF2A}" type="pres">
      <dgm:prSet presAssocID="{AB214DF9-4934-4593-947A-B9A1E76A1505}" presName="compNode" presStyleCnt="0"/>
      <dgm:spPr/>
    </dgm:pt>
    <dgm:pt modelId="{445EAF0B-9D94-4400-88E2-F1632390DCAB}" type="pres">
      <dgm:prSet presAssocID="{AB214DF9-4934-4593-947A-B9A1E76A1505}" presName="bgRect" presStyleLbl="bgShp" presStyleIdx="2" presStyleCnt="3"/>
      <dgm:spPr/>
    </dgm:pt>
    <dgm:pt modelId="{8F688FB6-7BD2-44F3-BBE3-1A28C4393550}" type="pres">
      <dgm:prSet presAssocID="{AB214DF9-4934-4593-947A-B9A1E76A15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2679200-33E7-4668-AADA-624DD3BF4027}" type="pres">
      <dgm:prSet presAssocID="{AB214DF9-4934-4593-947A-B9A1E76A1505}" presName="spaceRect" presStyleCnt="0"/>
      <dgm:spPr/>
    </dgm:pt>
    <dgm:pt modelId="{0562A0FB-20E8-4426-A767-8D88BA28B586}" type="pres">
      <dgm:prSet presAssocID="{AB214DF9-4934-4593-947A-B9A1E76A150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530E329-54E8-421D-A9AD-F83F6B3F8D56}" type="presOf" srcId="{36987BBB-FD28-4CC8-8157-A6BF775D9D5A}" destId="{0FBC6DA8-CEF3-4F91-AFCE-2440C1B4848C}" srcOrd="0" destOrd="0" presId="urn:microsoft.com/office/officeart/2018/2/layout/IconVerticalSolidList"/>
    <dgm:cxn modelId="{101B3637-F574-4825-9D35-5FABA6934D05}" srcId="{36987BBB-FD28-4CC8-8157-A6BF775D9D5A}" destId="{009B622D-CB89-485B-B6F2-84FA428B5412}" srcOrd="0" destOrd="0" parTransId="{381E603C-0FBE-48C7-BCD9-F7AC300923FB}" sibTransId="{00B4A52E-24D0-42C5-ACE8-CCEF515FB95A}"/>
    <dgm:cxn modelId="{ECB9D070-EE06-4A07-89ED-D54353BA4D51}" type="presOf" srcId="{AB214DF9-4934-4593-947A-B9A1E76A1505}" destId="{0562A0FB-20E8-4426-A767-8D88BA28B586}" srcOrd="0" destOrd="0" presId="urn:microsoft.com/office/officeart/2018/2/layout/IconVerticalSolidList"/>
    <dgm:cxn modelId="{F05BF1B4-F2AD-4910-9E1C-52021BD540E7}" srcId="{36987BBB-FD28-4CC8-8157-A6BF775D9D5A}" destId="{5EBCCB0C-C24B-4090-A08B-95A8316E3952}" srcOrd="1" destOrd="0" parTransId="{4BF9D58E-CC94-4B0A-AD60-66FACFD1B8E0}" sibTransId="{C2BAF063-9821-430E-9525-B300400B1C73}"/>
    <dgm:cxn modelId="{0206AEB7-F22A-49E7-BD6F-FDBAAACDA6B9}" srcId="{36987BBB-FD28-4CC8-8157-A6BF775D9D5A}" destId="{AB214DF9-4934-4593-947A-B9A1E76A1505}" srcOrd="2" destOrd="0" parTransId="{E4A59AB9-3DDF-4776-B9BD-6F6CADD505BE}" sibTransId="{61ADEA32-B1EC-4F68-B3CF-0A27D03F12F9}"/>
    <dgm:cxn modelId="{59DB04F8-1182-4BBA-AAD4-7B9BE3E657EC}" type="presOf" srcId="{5EBCCB0C-C24B-4090-A08B-95A8316E3952}" destId="{86D01AD5-DBAD-4325-9136-A2ED7940567C}" srcOrd="0" destOrd="0" presId="urn:microsoft.com/office/officeart/2018/2/layout/IconVerticalSolidList"/>
    <dgm:cxn modelId="{7A2D27FF-1BF9-45E3-9EDD-0C29AB68191C}" type="presOf" srcId="{009B622D-CB89-485B-B6F2-84FA428B5412}" destId="{686935DA-4474-4A5B-B25C-69114894D7B4}" srcOrd="0" destOrd="0" presId="urn:microsoft.com/office/officeart/2018/2/layout/IconVerticalSolidList"/>
    <dgm:cxn modelId="{7B4A29E4-FD1C-43CF-AC46-FAB795E8FCFF}" type="presParOf" srcId="{0FBC6DA8-CEF3-4F91-AFCE-2440C1B4848C}" destId="{9796F2FF-D4F2-4856-8D3B-4063B21FE4DC}" srcOrd="0" destOrd="0" presId="urn:microsoft.com/office/officeart/2018/2/layout/IconVerticalSolidList"/>
    <dgm:cxn modelId="{BB48AF3C-9AA9-48F6-9E7A-4DE5B4C82672}" type="presParOf" srcId="{9796F2FF-D4F2-4856-8D3B-4063B21FE4DC}" destId="{A0F4F1A3-F9EC-42C2-BD2A-16A875CEF615}" srcOrd="0" destOrd="0" presId="urn:microsoft.com/office/officeart/2018/2/layout/IconVerticalSolidList"/>
    <dgm:cxn modelId="{BDB0D6EB-15B4-4328-B2D8-A1B99562AE34}" type="presParOf" srcId="{9796F2FF-D4F2-4856-8D3B-4063B21FE4DC}" destId="{AEC1C007-6435-4A34-BA92-B4C88EA4DBF8}" srcOrd="1" destOrd="0" presId="urn:microsoft.com/office/officeart/2018/2/layout/IconVerticalSolidList"/>
    <dgm:cxn modelId="{3E9B3AFF-3B75-4F7B-9EBA-F250158E8DA8}" type="presParOf" srcId="{9796F2FF-D4F2-4856-8D3B-4063B21FE4DC}" destId="{3B3CAFC3-416A-4762-82C3-4F95BBA31364}" srcOrd="2" destOrd="0" presId="urn:microsoft.com/office/officeart/2018/2/layout/IconVerticalSolidList"/>
    <dgm:cxn modelId="{E89FFA2B-FEA3-47D7-9C03-6DC8743915B6}" type="presParOf" srcId="{9796F2FF-D4F2-4856-8D3B-4063B21FE4DC}" destId="{686935DA-4474-4A5B-B25C-69114894D7B4}" srcOrd="3" destOrd="0" presId="urn:microsoft.com/office/officeart/2018/2/layout/IconVerticalSolidList"/>
    <dgm:cxn modelId="{0656D17A-3F66-4DF9-B32D-D31617C6A263}" type="presParOf" srcId="{0FBC6DA8-CEF3-4F91-AFCE-2440C1B4848C}" destId="{318984B1-8A96-46DA-A26C-806F9F5EC6B4}" srcOrd="1" destOrd="0" presId="urn:microsoft.com/office/officeart/2018/2/layout/IconVerticalSolidList"/>
    <dgm:cxn modelId="{446C19B3-B9DB-4D1E-88C8-4BCDC4F7A754}" type="presParOf" srcId="{0FBC6DA8-CEF3-4F91-AFCE-2440C1B4848C}" destId="{7F3EBC83-41AC-444A-9858-4E4BAF8607B9}" srcOrd="2" destOrd="0" presId="urn:microsoft.com/office/officeart/2018/2/layout/IconVerticalSolidList"/>
    <dgm:cxn modelId="{959A657D-0A52-4723-88EF-B70274740C1C}" type="presParOf" srcId="{7F3EBC83-41AC-444A-9858-4E4BAF8607B9}" destId="{057CC6AD-6505-4917-BD35-A4883EB5A58E}" srcOrd="0" destOrd="0" presId="urn:microsoft.com/office/officeart/2018/2/layout/IconVerticalSolidList"/>
    <dgm:cxn modelId="{B9DB4263-B76C-43BC-B329-DE597F4D36CF}" type="presParOf" srcId="{7F3EBC83-41AC-444A-9858-4E4BAF8607B9}" destId="{40EEB87D-098B-4FC1-AEE5-C799E05751EA}" srcOrd="1" destOrd="0" presId="urn:microsoft.com/office/officeart/2018/2/layout/IconVerticalSolidList"/>
    <dgm:cxn modelId="{E1947F59-AC02-4D07-A463-BD46BB34958D}" type="presParOf" srcId="{7F3EBC83-41AC-444A-9858-4E4BAF8607B9}" destId="{99198A7C-8872-4987-AEE6-4FD33EF068E6}" srcOrd="2" destOrd="0" presId="urn:microsoft.com/office/officeart/2018/2/layout/IconVerticalSolidList"/>
    <dgm:cxn modelId="{01EC9212-3FC6-42AF-B989-03202A5A5A4D}" type="presParOf" srcId="{7F3EBC83-41AC-444A-9858-4E4BAF8607B9}" destId="{86D01AD5-DBAD-4325-9136-A2ED7940567C}" srcOrd="3" destOrd="0" presId="urn:microsoft.com/office/officeart/2018/2/layout/IconVerticalSolidList"/>
    <dgm:cxn modelId="{8F545D33-6D99-4BE6-BCFD-6E4959505B5E}" type="presParOf" srcId="{0FBC6DA8-CEF3-4F91-AFCE-2440C1B4848C}" destId="{FEB00CCE-A71E-4787-B81E-C8B81DAE789A}" srcOrd="3" destOrd="0" presId="urn:microsoft.com/office/officeart/2018/2/layout/IconVerticalSolidList"/>
    <dgm:cxn modelId="{DDFF8AE6-1C5A-4EAF-9787-237DF746EC42}" type="presParOf" srcId="{0FBC6DA8-CEF3-4F91-AFCE-2440C1B4848C}" destId="{634801E0-9583-46D4-9501-618F7100DF2A}" srcOrd="4" destOrd="0" presId="urn:microsoft.com/office/officeart/2018/2/layout/IconVerticalSolidList"/>
    <dgm:cxn modelId="{FFD99C97-E8A4-4F4D-92D9-ECEB710CE3F4}" type="presParOf" srcId="{634801E0-9583-46D4-9501-618F7100DF2A}" destId="{445EAF0B-9D94-4400-88E2-F1632390DCAB}" srcOrd="0" destOrd="0" presId="urn:microsoft.com/office/officeart/2018/2/layout/IconVerticalSolidList"/>
    <dgm:cxn modelId="{052779A8-FA09-4444-82E4-E775034E9D2D}" type="presParOf" srcId="{634801E0-9583-46D4-9501-618F7100DF2A}" destId="{8F688FB6-7BD2-44F3-BBE3-1A28C4393550}" srcOrd="1" destOrd="0" presId="urn:microsoft.com/office/officeart/2018/2/layout/IconVerticalSolidList"/>
    <dgm:cxn modelId="{4FA9292D-A40F-4BDA-9F5F-7100592E0F0E}" type="presParOf" srcId="{634801E0-9583-46D4-9501-618F7100DF2A}" destId="{72679200-33E7-4668-AADA-624DD3BF4027}" srcOrd="2" destOrd="0" presId="urn:microsoft.com/office/officeart/2018/2/layout/IconVerticalSolidList"/>
    <dgm:cxn modelId="{A1390B75-BAD6-4FF5-9725-4889F362782D}" type="presParOf" srcId="{634801E0-9583-46D4-9501-618F7100DF2A}" destId="{0562A0FB-20E8-4426-A767-8D88BA28B5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DA6B7D-C255-475E-85DA-9C71C62F42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A224DDF-D7FD-492C-B362-33D755672A1A}">
      <dgm:prSet/>
      <dgm:spPr/>
      <dgm:t>
        <a:bodyPr/>
        <a:lstStyle/>
        <a:p>
          <a:r>
            <a:rPr lang="en-US" b="0" i="0"/>
            <a:t>Install and configure servers</a:t>
          </a:r>
          <a:endParaRPr lang="en-US"/>
        </a:p>
      </dgm:t>
    </dgm:pt>
    <dgm:pt modelId="{55F2FA55-B9EF-4A75-B22B-DC4ECF637AC9}" type="parTrans" cxnId="{0787119F-98F6-4DA0-ACF0-E3A777D5D529}">
      <dgm:prSet/>
      <dgm:spPr/>
      <dgm:t>
        <a:bodyPr/>
        <a:lstStyle/>
        <a:p>
          <a:endParaRPr lang="en-US"/>
        </a:p>
      </dgm:t>
    </dgm:pt>
    <dgm:pt modelId="{56C281B9-EFE2-40CF-9C76-4954555BD99D}" type="sibTrans" cxnId="{0787119F-98F6-4DA0-ACF0-E3A777D5D529}">
      <dgm:prSet/>
      <dgm:spPr/>
      <dgm:t>
        <a:bodyPr/>
        <a:lstStyle/>
        <a:p>
          <a:endParaRPr lang="en-US"/>
        </a:p>
      </dgm:t>
    </dgm:pt>
    <dgm:pt modelId="{9FFA3C5E-6759-43F3-8A46-7BA59D808794}">
      <dgm:prSet/>
      <dgm:spPr/>
      <dgm:t>
        <a:bodyPr/>
        <a:lstStyle/>
        <a:p>
          <a:r>
            <a:rPr lang="en-US" b="0" i="0"/>
            <a:t>Manage users and permissions</a:t>
          </a:r>
          <a:endParaRPr lang="en-US"/>
        </a:p>
      </dgm:t>
    </dgm:pt>
    <dgm:pt modelId="{C982A611-DCA2-4BC5-8F82-096C7D203654}" type="parTrans" cxnId="{BF7ACE09-8993-4521-8E34-839B1FEE12FF}">
      <dgm:prSet/>
      <dgm:spPr/>
      <dgm:t>
        <a:bodyPr/>
        <a:lstStyle/>
        <a:p>
          <a:endParaRPr lang="en-US"/>
        </a:p>
      </dgm:t>
    </dgm:pt>
    <dgm:pt modelId="{BB315E20-B025-4F84-8B46-3F6A13A0472F}" type="sibTrans" cxnId="{BF7ACE09-8993-4521-8E34-839B1FEE12FF}">
      <dgm:prSet/>
      <dgm:spPr/>
      <dgm:t>
        <a:bodyPr/>
        <a:lstStyle/>
        <a:p>
          <a:endParaRPr lang="en-US"/>
        </a:p>
      </dgm:t>
    </dgm:pt>
    <dgm:pt modelId="{D86CAAA6-3E5D-4DF0-A2A3-A91CBA290449}">
      <dgm:prSet/>
      <dgm:spPr/>
      <dgm:t>
        <a:bodyPr/>
        <a:lstStyle/>
        <a:p>
          <a:r>
            <a:rPr lang="en-US" b="0" i="0"/>
            <a:t>Monitor performance and security</a:t>
          </a:r>
          <a:endParaRPr lang="en-US"/>
        </a:p>
      </dgm:t>
    </dgm:pt>
    <dgm:pt modelId="{63A916A8-16CF-4406-A408-1E41D28B1620}" type="parTrans" cxnId="{798EB78A-8841-43E5-ADF1-1F9F8D4FD851}">
      <dgm:prSet/>
      <dgm:spPr/>
      <dgm:t>
        <a:bodyPr/>
        <a:lstStyle/>
        <a:p>
          <a:endParaRPr lang="en-US"/>
        </a:p>
      </dgm:t>
    </dgm:pt>
    <dgm:pt modelId="{28E7F9E6-0B5F-40C2-8949-5ED653FDDC3D}" type="sibTrans" cxnId="{798EB78A-8841-43E5-ADF1-1F9F8D4FD851}">
      <dgm:prSet/>
      <dgm:spPr/>
      <dgm:t>
        <a:bodyPr/>
        <a:lstStyle/>
        <a:p>
          <a:endParaRPr lang="en-US"/>
        </a:p>
      </dgm:t>
    </dgm:pt>
    <dgm:pt modelId="{1FD5F0C1-75AA-4EB3-863D-84C8E279A98F}">
      <dgm:prSet/>
      <dgm:spPr/>
      <dgm:t>
        <a:bodyPr/>
        <a:lstStyle/>
        <a:p>
          <a:r>
            <a:rPr lang="en-US" b="0" i="0"/>
            <a:t>Backup and recovery planning</a:t>
          </a:r>
          <a:endParaRPr lang="en-US"/>
        </a:p>
      </dgm:t>
    </dgm:pt>
    <dgm:pt modelId="{6B831F9B-D25F-4626-8E8C-4E8722F16E6B}" type="parTrans" cxnId="{90859D03-A0C2-4BCF-9055-0E406FB30745}">
      <dgm:prSet/>
      <dgm:spPr/>
      <dgm:t>
        <a:bodyPr/>
        <a:lstStyle/>
        <a:p>
          <a:endParaRPr lang="en-US"/>
        </a:p>
      </dgm:t>
    </dgm:pt>
    <dgm:pt modelId="{061F26D7-352A-44DB-AEAB-B0E2579A679A}" type="sibTrans" cxnId="{90859D03-A0C2-4BCF-9055-0E406FB30745}">
      <dgm:prSet/>
      <dgm:spPr/>
      <dgm:t>
        <a:bodyPr/>
        <a:lstStyle/>
        <a:p>
          <a:endParaRPr lang="en-US"/>
        </a:p>
      </dgm:t>
    </dgm:pt>
    <dgm:pt modelId="{2AB8193D-DBC2-4EC0-8E7E-6695A56BFEC6}">
      <dgm:prSet/>
      <dgm:spPr/>
      <dgm:t>
        <a:bodyPr/>
        <a:lstStyle/>
        <a:p>
          <a:r>
            <a:rPr lang="en-US" b="0" i="0"/>
            <a:t>Example: Admin restores data after accidental deletion.</a:t>
          </a:r>
          <a:endParaRPr lang="en-US"/>
        </a:p>
      </dgm:t>
    </dgm:pt>
    <dgm:pt modelId="{04447A26-BE08-46C4-9537-692C7ECECCE6}" type="parTrans" cxnId="{0D350A54-3754-4BA3-84FC-D954AE6F3DE2}">
      <dgm:prSet/>
      <dgm:spPr/>
      <dgm:t>
        <a:bodyPr/>
        <a:lstStyle/>
        <a:p>
          <a:endParaRPr lang="en-US"/>
        </a:p>
      </dgm:t>
    </dgm:pt>
    <dgm:pt modelId="{6D4E6146-7112-4C7A-AA35-64510F355F08}" type="sibTrans" cxnId="{0D350A54-3754-4BA3-84FC-D954AE6F3DE2}">
      <dgm:prSet/>
      <dgm:spPr/>
      <dgm:t>
        <a:bodyPr/>
        <a:lstStyle/>
        <a:p>
          <a:endParaRPr lang="en-US"/>
        </a:p>
      </dgm:t>
    </dgm:pt>
    <dgm:pt modelId="{3F432C64-E37F-4820-8CB4-69F4C4EDE71F}" type="pres">
      <dgm:prSet presAssocID="{6ADA6B7D-C255-475E-85DA-9C71C62F42BB}" presName="root" presStyleCnt="0">
        <dgm:presLayoutVars>
          <dgm:dir/>
          <dgm:resizeHandles val="exact"/>
        </dgm:presLayoutVars>
      </dgm:prSet>
      <dgm:spPr/>
    </dgm:pt>
    <dgm:pt modelId="{DD666C97-E660-40D0-AEF9-0CC1D8AFF13B}" type="pres">
      <dgm:prSet presAssocID="{AA224DDF-D7FD-492C-B362-33D755672A1A}" presName="compNode" presStyleCnt="0"/>
      <dgm:spPr/>
    </dgm:pt>
    <dgm:pt modelId="{9C580F40-CB7A-42B4-8239-C0332C64719C}" type="pres">
      <dgm:prSet presAssocID="{AA224DDF-D7FD-492C-B362-33D755672A1A}" presName="bgRect" presStyleLbl="bgShp" presStyleIdx="0" presStyleCnt="5"/>
      <dgm:spPr/>
    </dgm:pt>
    <dgm:pt modelId="{E5123705-AD88-439A-B324-E5A4EB66B441}" type="pres">
      <dgm:prSet presAssocID="{AA224DDF-D7FD-492C-B362-33D755672A1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D501140-03F1-4B4F-B09F-2B96CDDB97EC}" type="pres">
      <dgm:prSet presAssocID="{AA224DDF-D7FD-492C-B362-33D755672A1A}" presName="spaceRect" presStyleCnt="0"/>
      <dgm:spPr/>
    </dgm:pt>
    <dgm:pt modelId="{78251548-0EB6-4A85-8311-A93DB81518CE}" type="pres">
      <dgm:prSet presAssocID="{AA224DDF-D7FD-492C-B362-33D755672A1A}" presName="parTx" presStyleLbl="revTx" presStyleIdx="0" presStyleCnt="5">
        <dgm:presLayoutVars>
          <dgm:chMax val="0"/>
          <dgm:chPref val="0"/>
        </dgm:presLayoutVars>
      </dgm:prSet>
      <dgm:spPr/>
    </dgm:pt>
    <dgm:pt modelId="{738AD470-4977-43D7-9397-0ED8B4242EA3}" type="pres">
      <dgm:prSet presAssocID="{56C281B9-EFE2-40CF-9C76-4954555BD99D}" presName="sibTrans" presStyleCnt="0"/>
      <dgm:spPr/>
    </dgm:pt>
    <dgm:pt modelId="{4E32F957-8532-4C03-B2A9-F222DAFE3E40}" type="pres">
      <dgm:prSet presAssocID="{9FFA3C5E-6759-43F3-8A46-7BA59D808794}" presName="compNode" presStyleCnt="0"/>
      <dgm:spPr/>
    </dgm:pt>
    <dgm:pt modelId="{79074E40-7104-47A8-AD26-8A6CBCF23613}" type="pres">
      <dgm:prSet presAssocID="{9FFA3C5E-6759-43F3-8A46-7BA59D808794}" presName="bgRect" presStyleLbl="bgShp" presStyleIdx="1" presStyleCnt="5"/>
      <dgm:spPr/>
    </dgm:pt>
    <dgm:pt modelId="{6DC542BE-9594-4EBE-A0DF-2C8B5E92C587}" type="pres">
      <dgm:prSet presAssocID="{9FFA3C5E-6759-43F3-8A46-7BA59D80879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D4C4A51-73A3-41D4-80D4-C2F6C798059D}" type="pres">
      <dgm:prSet presAssocID="{9FFA3C5E-6759-43F3-8A46-7BA59D808794}" presName="spaceRect" presStyleCnt="0"/>
      <dgm:spPr/>
    </dgm:pt>
    <dgm:pt modelId="{2F17FF51-398B-414D-A841-4330CA5D9744}" type="pres">
      <dgm:prSet presAssocID="{9FFA3C5E-6759-43F3-8A46-7BA59D808794}" presName="parTx" presStyleLbl="revTx" presStyleIdx="1" presStyleCnt="5">
        <dgm:presLayoutVars>
          <dgm:chMax val="0"/>
          <dgm:chPref val="0"/>
        </dgm:presLayoutVars>
      </dgm:prSet>
      <dgm:spPr/>
    </dgm:pt>
    <dgm:pt modelId="{C70967FB-720B-4F54-9553-26A24851CE85}" type="pres">
      <dgm:prSet presAssocID="{BB315E20-B025-4F84-8B46-3F6A13A0472F}" presName="sibTrans" presStyleCnt="0"/>
      <dgm:spPr/>
    </dgm:pt>
    <dgm:pt modelId="{B990C5F7-46FB-4765-996D-32BC8958938B}" type="pres">
      <dgm:prSet presAssocID="{D86CAAA6-3E5D-4DF0-A2A3-A91CBA290449}" presName="compNode" presStyleCnt="0"/>
      <dgm:spPr/>
    </dgm:pt>
    <dgm:pt modelId="{1286E68E-B4CF-4D99-AFAB-D7BD1ED96BE3}" type="pres">
      <dgm:prSet presAssocID="{D86CAAA6-3E5D-4DF0-A2A3-A91CBA290449}" presName="bgRect" presStyleLbl="bgShp" presStyleIdx="2" presStyleCnt="5"/>
      <dgm:spPr/>
    </dgm:pt>
    <dgm:pt modelId="{A118F2D1-6A86-421F-A908-4D1284D4F9CE}" type="pres">
      <dgm:prSet presAssocID="{D86CAAA6-3E5D-4DF0-A2A3-A91CBA29044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2DBD222-BE75-4305-82C8-B8AE94CC2321}" type="pres">
      <dgm:prSet presAssocID="{D86CAAA6-3E5D-4DF0-A2A3-A91CBA290449}" presName="spaceRect" presStyleCnt="0"/>
      <dgm:spPr/>
    </dgm:pt>
    <dgm:pt modelId="{64162F39-4E82-4199-8419-696AA4FFE92A}" type="pres">
      <dgm:prSet presAssocID="{D86CAAA6-3E5D-4DF0-A2A3-A91CBA290449}" presName="parTx" presStyleLbl="revTx" presStyleIdx="2" presStyleCnt="5">
        <dgm:presLayoutVars>
          <dgm:chMax val="0"/>
          <dgm:chPref val="0"/>
        </dgm:presLayoutVars>
      </dgm:prSet>
      <dgm:spPr/>
    </dgm:pt>
    <dgm:pt modelId="{CD4C495E-980A-4CE0-BCDE-57FA852022B4}" type="pres">
      <dgm:prSet presAssocID="{28E7F9E6-0B5F-40C2-8949-5ED653FDDC3D}" presName="sibTrans" presStyleCnt="0"/>
      <dgm:spPr/>
    </dgm:pt>
    <dgm:pt modelId="{DFA2F270-7965-4761-B155-0BCD697F57C7}" type="pres">
      <dgm:prSet presAssocID="{1FD5F0C1-75AA-4EB3-863D-84C8E279A98F}" presName="compNode" presStyleCnt="0"/>
      <dgm:spPr/>
    </dgm:pt>
    <dgm:pt modelId="{0CDE8609-E833-4AE5-8593-FC97E10833E8}" type="pres">
      <dgm:prSet presAssocID="{1FD5F0C1-75AA-4EB3-863D-84C8E279A98F}" presName="bgRect" presStyleLbl="bgShp" presStyleIdx="3" presStyleCnt="5"/>
      <dgm:spPr/>
    </dgm:pt>
    <dgm:pt modelId="{4DC1DD60-C73A-4AA9-88A8-63C46BA11DFD}" type="pres">
      <dgm:prSet presAssocID="{1FD5F0C1-75AA-4EB3-863D-84C8E279A98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03CBDA8-9605-411D-95B7-FF0831AF0C1F}" type="pres">
      <dgm:prSet presAssocID="{1FD5F0C1-75AA-4EB3-863D-84C8E279A98F}" presName="spaceRect" presStyleCnt="0"/>
      <dgm:spPr/>
    </dgm:pt>
    <dgm:pt modelId="{E9CC7A51-93AE-41C5-B210-1D35C3B98068}" type="pres">
      <dgm:prSet presAssocID="{1FD5F0C1-75AA-4EB3-863D-84C8E279A98F}" presName="parTx" presStyleLbl="revTx" presStyleIdx="3" presStyleCnt="5">
        <dgm:presLayoutVars>
          <dgm:chMax val="0"/>
          <dgm:chPref val="0"/>
        </dgm:presLayoutVars>
      </dgm:prSet>
      <dgm:spPr/>
    </dgm:pt>
    <dgm:pt modelId="{26B76DBD-F7F2-4C9B-864D-F95C3EBFED55}" type="pres">
      <dgm:prSet presAssocID="{061F26D7-352A-44DB-AEAB-B0E2579A679A}" presName="sibTrans" presStyleCnt="0"/>
      <dgm:spPr/>
    </dgm:pt>
    <dgm:pt modelId="{23D012B1-244E-48A8-B159-21814EC3ACB4}" type="pres">
      <dgm:prSet presAssocID="{2AB8193D-DBC2-4EC0-8E7E-6695A56BFEC6}" presName="compNode" presStyleCnt="0"/>
      <dgm:spPr/>
    </dgm:pt>
    <dgm:pt modelId="{CD9092CA-D7BF-4069-8420-1C5A8E97BCCB}" type="pres">
      <dgm:prSet presAssocID="{2AB8193D-DBC2-4EC0-8E7E-6695A56BFEC6}" presName="bgRect" presStyleLbl="bgShp" presStyleIdx="4" presStyleCnt="5"/>
      <dgm:spPr/>
    </dgm:pt>
    <dgm:pt modelId="{D56134F8-EC5F-4680-B3A1-0156ACE6722B}" type="pres">
      <dgm:prSet presAssocID="{2AB8193D-DBC2-4EC0-8E7E-6695A56BFEC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116D22C-4217-444A-927C-0803E012D0DB}" type="pres">
      <dgm:prSet presAssocID="{2AB8193D-DBC2-4EC0-8E7E-6695A56BFEC6}" presName="spaceRect" presStyleCnt="0"/>
      <dgm:spPr/>
    </dgm:pt>
    <dgm:pt modelId="{A73AE9CC-1BA5-4D0C-A7F1-5D2CCA802487}" type="pres">
      <dgm:prSet presAssocID="{2AB8193D-DBC2-4EC0-8E7E-6695A56BFEC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0859D03-A0C2-4BCF-9055-0E406FB30745}" srcId="{6ADA6B7D-C255-475E-85DA-9C71C62F42BB}" destId="{1FD5F0C1-75AA-4EB3-863D-84C8E279A98F}" srcOrd="3" destOrd="0" parTransId="{6B831F9B-D25F-4626-8E8C-4E8722F16E6B}" sibTransId="{061F26D7-352A-44DB-AEAB-B0E2579A679A}"/>
    <dgm:cxn modelId="{BF7ACE09-8993-4521-8E34-839B1FEE12FF}" srcId="{6ADA6B7D-C255-475E-85DA-9C71C62F42BB}" destId="{9FFA3C5E-6759-43F3-8A46-7BA59D808794}" srcOrd="1" destOrd="0" parTransId="{C982A611-DCA2-4BC5-8F82-096C7D203654}" sibTransId="{BB315E20-B025-4F84-8B46-3F6A13A0472F}"/>
    <dgm:cxn modelId="{79471E16-C2BF-4F23-A789-569BEC84989D}" type="presOf" srcId="{9FFA3C5E-6759-43F3-8A46-7BA59D808794}" destId="{2F17FF51-398B-414D-A841-4330CA5D9744}" srcOrd="0" destOrd="0" presId="urn:microsoft.com/office/officeart/2018/2/layout/IconVerticalSolidList"/>
    <dgm:cxn modelId="{0D350A54-3754-4BA3-84FC-D954AE6F3DE2}" srcId="{6ADA6B7D-C255-475E-85DA-9C71C62F42BB}" destId="{2AB8193D-DBC2-4EC0-8E7E-6695A56BFEC6}" srcOrd="4" destOrd="0" parTransId="{04447A26-BE08-46C4-9537-692C7ECECCE6}" sibTransId="{6D4E6146-7112-4C7A-AA35-64510F355F08}"/>
    <dgm:cxn modelId="{A8247374-5DA9-4A12-8C0B-4CB264687E9F}" type="presOf" srcId="{AA224DDF-D7FD-492C-B362-33D755672A1A}" destId="{78251548-0EB6-4A85-8311-A93DB81518CE}" srcOrd="0" destOrd="0" presId="urn:microsoft.com/office/officeart/2018/2/layout/IconVerticalSolidList"/>
    <dgm:cxn modelId="{137A5176-0CFB-4F48-AE3E-85D31F38149B}" type="presOf" srcId="{2AB8193D-DBC2-4EC0-8E7E-6695A56BFEC6}" destId="{A73AE9CC-1BA5-4D0C-A7F1-5D2CCA802487}" srcOrd="0" destOrd="0" presId="urn:microsoft.com/office/officeart/2018/2/layout/IconVerticalSolidList"/>
    <dgm:cxn modelId="{798EB78A-8841-43E5-ADF1-1F9F8D4FD851}" srcId="{6ADA6B7D-C255-475E-85DA-9C71C62F42BB}" destId="{D86CAAA6-3E5D-4DF0-A2A3-A91CBA290449}" srcOrd="2" destOrd="0" parTransId="{63A916A8-16CF-4406-A408-1E41D28B1620}" sibTransId="{28E7F9E6-0B5F-40C2-8949-5ED653FDDC3D}"/>
    <dgm:cxn modelId="{46B6DA99-3B3D-4F9D-8262-1157EA97A40C}" type="presOf" srcId="{D86CAAA6-3E5D-4DF0-A2A3-A91CBA290449}" destId="{64162F39-4E82-4199-8419-696AA4FFE92A}" srcOrd="0" destOrd="0" presId="urn:microsoft.com/office/officeart/2018/2/layout/IconVerticalSolidList"/>
    <dgm:cxn modelId="{0787119F-98F6-4DA0-ACF0-E3A777D5D529}" srcId="{6ADA6B7D-C255-475E-85DA-9C71C62F42BB}" destId="{AA224DDF-D7FD-492C-B362-33D755672A1A}" srcOrd="0" destOrd="0" parTransId="{55F2FA55-B9EF-4A75-B22B-DC4ECF637AC9}" sibTransId="{56C281B9-EFE2-40CF-9C76-4954555BD99D}"/>
    <dgm:cxn modelId="{9DBD3CAE-CA1B-447B-9AFC-2CFD19521BA6}" type="presOf" srcId="{6ADA6B7D-C255-475E-85DA-9C71C62F42BB}" destId="{3F432C64-E37F-4820-8CB4-69F4C4EDE71F}" srcOrd="0" destOrd="0" presId="urn:microsoft.com/office/officeart/2018/2/layout/IconVerticalSolidList"/>
    <dgm:cxn modelId="{8809F0D3-F12E-421A-B07A-62E1DDC1F95F}" type="presOf" srcId="{1FD5F0C1-75AA-4EB3-863D-84C8E279A98F}" destId="{E9CC7A51-93AE-41C5-B210-1D35C3B98068}" srcOrd="0" destOrd="0" presId="urn:microsoft.com/office/officeart/2018/2/layout/IconVerticalSolidList"/>
    <dgm:cxn modelId="{9A0C3CDA-D3B1-4E53-9E73-AC35D16A2769}" type="presParOf" srcId="{3F432C64-E37F-4820-8CB4-69F4C4EDE71F}" destId="{DD666C97-E660-40D0-AEF9-0CC1D8AFF13B}" srcOrd="0" destOrd="0" presId="urn:microsoft.com/office/officeart/2018/2/layout/IconVerticalSolidList"/>
    <dgm:cxn modelId="{5E564217-2B3C-4798-A31E-E555F384DDCA}" type="presParOf" srcId="{DD666C97-E660-40D0-AEF9-0CC1D8AFF13B}" destId="{9C580F40-CB7A-42B4-8239-C0332C64719C}" srcOrd="0" destOrd="0" presId="urn:microsoft.com/office/officeart/2018/2/layout/IconVerticalSolidList"/>
    <dgm:cxn modelId="{EA8D4D16-4319-4F87-B9EB-B087E001BAAE}" type="presParOf" srcId="{DD666C97-E660-40D0-AEF9-0CC1D8AFF13B}" destId="{E5123705-AD88-439A-B324-E5A4EB66B441}" srcOrd="1" destOrd="0" presId="urn:microsoft.com/office/officeart/2018/2/layout/IconVerticalSolidList"/>
    <dgm:cxn modelId="{8F5830F6-16BD-446E-BFA1-82C434327A3E}" type="presParOf" srcId="{DD666C97-E660-40D0-AEF9-0CC1D8AFF13B}" destId="{1D501140-03F1-4B4F-B09F-2B96CDDB97EC}" srcOrd="2" destOrd="0" presId="urn:microsoft.com/office/officeart/2018/2/layout/IconVerticalSolidList"/>
    <dgm:cxn modelId="{B5831DF5-05D4-4CDF-9C06-2E479D9D7759}" type="presParOf" srcId="{DD666C97-E660-40D0-AEF9-0CC1D8AFF13B}" destId="{78251548-0EB6-4A85-8311-A93DB81518CE}" srcOrd="3" destOrd="0" presId="urn:microsoft.com/office/officeart/2018/2/layout/IconVerticalSolidList"/>
    <dgm:cxn modelId="{3BC519CE-9930-4B8C-96B9-8138AEA2CBE2}" type="presParOf" srcId="{3F432C64-E37F-4820-8CB4-69F4C4EDE71F}" destId="{738AD470-4977-43D7-9397-0ED8B4242EA3}" srcOrd="1" destOrd="0" presId="urn:microsoft.com/office/officeart/2018/2/layout/IconVerticalSolidList"/>
    <dgm:cxn modelId="{76761F93-7434-436A-A4FF-C7161F2CC46D}" type="presParOf" srcId="{3F432C64-E37F-4820-8CB4-69F4C4EDE71F}" destId="{4E32F957-8532-4C03-B2A9-F222DAFE3E40}" srcOrd="2" destOrd="0" presId="urn:microsoft.com/office/officeart/2018/2/layout/IconVerticalSolidList"/>
    <dgm:cxn modelId="{CDCD780C-0D6E-428B-9210-40E6A9B4C95B}" type="presParOf" srcId="{4E32F957-8532-4C03-B2A9-F222DAFE3E40}" destId="{79074E40-7104-47A8-AD26-8A6CBCF23613}" srcOrd="0" destOrd="0" presId="urn:microsoft.com/office/officeart/2018/2/layout/IconVerticalSolidList"/>
    <dgm:cxn modelId="{ED8D00C7-2918-4BEE-92D8-0D9F66CE2AC9}" type="presParOf" srcId="{4E32F957-8532-4C03-B2A9-F222DAFE3E40}" destId="{6DC542BE-9594-4EBE-A0DF-2C8B5E92C587}" srcOrd="1" destOrd="0" presId="urn:microsoft.com/office/officeart/2018/2/layout/IconVerticalSolidList"/>
    <dgm:cxn modelId="{BB59505B-3887-4BC6-A37E-55A59BE48BB5}" type="presParOf" srcId="{4E32F957-8532-4C03-B2A9-F222DAFE3E40}" destId="{FD4C4A51-73A3-41D4-80D4-C2F6C798059D}" srcOrd="2" destOrd="0" presId="urn:microsoft.com/office/officeart/2018/2/layout/IconVerticalSolidList"/>
    <dgm:cxn modelId="{1E872E8B-642C-434C-9C53-458D7DB56B36}" type="presParOf" srcId="{4E32F957-8532-4C03-B2A9-F222DAFE3E40}" destId="{2F17FF51-398B-414D-A841-4330CA5D9744}" srcOrd="3" destOrd="0" presId="urn:microsoft.com/office/officeart/2018/2/layout/IconVerticalSolidList"/>
    <dgm:cxn modelId="{62AE2B0E-9184-4EE6-9C1E-EFE687CECB86}" type="presParOf" srcId="{3F432C64-E37F-4820-8CB4-69F4C4EDE71F}" destId="{C70967FB-720B-4F54-9553-26A24851CE85}" srcOrd="3" destOrd="0" presId="urn:microsoft.com/office/officeart/2018/2/layout/IconVerticalSolidList"/>
    <dgm:cxn modelId="{30023EAF-6D59-4352-88C2-A3898B42D625}" type="presParOf" srcId="{3F432C64-E37F-4820-8CB4-69F4C4EDE71F}" destId="{B990C5F7-46FB-4765-996D-32BC8958938B}" srcOrd="4" destOrd="0" presId="urn:microsoft.com/office/officeart/2018/2/layout/IconVerticalSolidList"/>
    <dgm:cxn modelId="{3241A4CF-7FEC-4CE2-A0D6-FB00EA6EF16F}" type="presParOf" srcId="{B990C5F7-46FB-4765-996D-32BC8958938B}" destId="{1286E68E-B4CF-4D99-AFAB-D7BD1ED96BE3}" srcOrd="0" destOrd="0" presId="urn:microsoft.com/office/officeart/2018/2/layout/IconVerticalSolidList"/>
    <dgm:cxn modelId="{E6E927E7-04CC-432E-B915-0E3FA6CE525F}" type="presParOf" srcId="{B990C5F7-46FB-4765-996D-32BC8958938B}" destId="{A118F2D1-6A86-421F-A908-4D1284D4F9CE}" srcOrd="1" destOrd="0" presId="urn:microsoft.com/office/officeart/2018/2/layout/IconVerticalSolidList"/>
    <dgm:cxn modelId="{44BA8730-A0B4-4331-AFD2-4831E99C8C0B}" type="presParOf" srcId="{B990C5F7-46FB-4765-996D-32BC8958938B}" destId="{C2DBD222-BE75-4305-82C8-B8AE94CC2321}" srcOrd="2" destOrd="0" presId="urn:microsoft.com/office/officeart/2018/2/layout/IconVerticalSolidList"/>
    <dgm:cxn modelId="{8BBA3294-023A-4B22-A825-39CC810EF26A}" type="presParOf" srcId="{B990C5F7-46FB-4765-996D-32BC8958938B}" destId="{64162F39-4E82-4199-8419-696AA4FFE92A}" srcOrd="3" destOrd="0" presId="urn:microsoft.com/office/officeart/2018/2/layout/IconVerticalSolidList"/>
    <dgm:cxn modelId="{FC1A851F-3254-4E00-815C-631840ABB1FF}" type="presParOf" srcId="{3F432C64-E37F-4820-8CB4-69F4C4EDE71F}" destId="{CD4C495E-980A-4CE0-BCDE-57FA852022B4}" srcOrd="5" destOrd="0" presId="urn:microsoft.com/office/officeart/2018/2/layout/IconVerticalSolidList"/>
    <dgm:cxn modelId="{B6F39CD1-D13C-4E03-926D-81079BB3CC76}" type="presParOf" srcId="{3F432C64-E37F-4820-8CB4-69F4C4EDE71F}" destId="{DFA2F270-7965-4761-B155-0BCD697F57C7}" srcOrd="6" destOrd="0" presId="urn:microsoft.com/office/officeart/2018/2/layout/IconVerticalSolidList"/>
    <dgm:cxn modelId="{DF5F266D-5E1E-4CA1-8BE2-4F8C1F592453}" type="presParOf" srcId="{DFA2F270-7965-4761-B155-0BCD697F57C7}" destId="{0CDE8609-E833-4AE5-8593-FC97E10833E8}" srcOrd="0" destOrd="0" presId="urn:microsoft.com/office/officeart/2018/2/layout/IconVerticalSolidList"/>
    <dgm:cxn modelId="{89F76AE5-948C-4F40-81E7-A5D7252CD6AF}" type="presParOf" srcId="{DFA2F270-7965-4761-B155-0BCD697F57C7}" destId="{4DC1DD60-C73A-4AA9-88A8-63C46BA11DFD}" srcOrd="1" destOrd="0" presId="urn:microsoft.com/office/officeart/2018/2/layout/IconVerticalSolidList"/>
    <dgm:cxn modelId="{35C39DDB-AD39-4933-8A58-9E6F3AEA7B4C}" type="presParOf" srcId="{DFA2F270-7965-4761-B155-0BCD697F57C7}" destId="{E03CBDA8-9605-411D-95B7-FF0831AF0C1F}" srcOrd="2" destOrd="0" presId="urn:microsoft.com/office/officeart/2018/2/layout/IconVerticalSolidList"/>
    <dgm:cxn modelId="{89439694-7C66-41B1-8E41-D94B5FFE265D}" type="presParOf" srcId="{DFA2F270-7965-4761-B155-0BCD697F57C7}" destId="{E9CC7A51-93AE-41C5-B210-1D35C3B98068}" srcOrd="3" destOrd="0" presId="urn:microsoft.com/office/officeart/2018/2/layout/IconVerticalSolidList"/>
    <dgm:cxn modelId="{83D44499-4D84-4F2F-BD2E-DCA70EFAE156}" type="presParOf" srcId="{3F432C64-E37F-4820-8CB4-69F4C4EDE71F}" destId="{26B76DBD-F7F2-4C9B-864D-F95C3EBFED55}" srcOrd="7" destOrd="0" presId="urn:microsoft.com/office/officeart/2018/2/layout/IconVerticalSolidList"/>
    <dgm:cxn modelId="{48C95B00-2B10-47A4-8276-52550643D127}" type="presParOf" srcId="{3F432C64-E37F-4820-8CB4-69F4C4EDE71F}" destId="{23D012B1-244E-48A8-B159-21814EC3ACB4}" srcOrd="8" destOrd="0" presId="urn:microsoft.com/office/officeart/2018/2/layout/IconVerticalSolidList"/>
    <dgm:cxn modelId="{D454B539-2E75-48B9-BB7E-5517647B41E9}" type="presParOf" srcId="{23D012B1-244E-48A8-B159-21814EC3ACB4}" destId="{CD9092CA-D7BF-4069-8420-1C5A8E97BCCB}" srcOrd="0" destOrd="0" presId="urn:microsoft.com/office/officeart/2018/2/layout/IconVerticalSolidList"/>
    <dgm:cxn modelId="{11AF985D-4DDB-4DB0-83B9-9A4AC6907CA9}" type="presParOf" srcId="{23D012B1-244E-48A8-B159-21814EC3ACB4}" destId="{D56134F8-EC5F-4680-B3A1-0156ACE6722B}" srcOrd="1" destOrd="0" presId="urn:microsoft.com/office/officeart/2018/2/layout/IconVerticalSolidList"/>
    <dgm:cxn modelId="{D7838282-B9DF-4B09-B1FA-B538A16B40C4}" type="presParOf" srcId="{23D012B1-244E-48A8-B159-21814EC3ACB4}" destId="{9116D22C-4217-444A-927C-0803E012D0DB}" srcOrd="2" destOrd="0" presId="urn:microsoft.com/office/officeart/2018/2/layout/IconVerticalSolidList"/>
    <dgm:cxn modelId="{DDD05136-86B9-4530-A81D-C46B71979B13}" type="presParOf" srcId="{23D012B1-244E-48A8-B159-21814EC3ACB4}" destId="{A73AE9CC-1BA5-4D0C-A7F1-5D2CCA8024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B6042A-8545-48E2-AD0D-5E4F1092901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D7A74B2-2061-4A09-8B69-82A7D6A5A791}">
      <dgm:prSet/>
      <dgm:spPr/>
      <dgm:t>
        <a:bodyPr/>
        <a:lstStyle/>
        <a:p>
          <a:r>
            <a:rPr lang="en-US" b="0" i="0"/>
            <a:t>Servers run businesses, banks, hospitals, and schools.</a:t>
          </a:r>
          <a:endParaRPr lang="en-US"/>
        </a:p>
      </dgm:t>
    </dgm:pt>
    <dgm:pt modelId="{E7F3C749-D9F0-4DCB-82EE-3D86E96FC393}" type="parTrans" cxnId="{9D0DDE41-916B-4411-B7DB-364A2EA81552}">
      <dgm:prSet/>
      <dgm:spPr/>
      <dgm:t>
        <a:bodyPr/>
        <a:lstStyle/>
        <a:p>
          <a:endParaRPr lang="en-US"/>
        </a:p>
      </dgm:t>
    </dgm:pt>
    <dgm:pt modelId="{944464FE-2860-4588-AFFF-8172B5DCAD21}" type="sibTrans" cxnId="{9D0DDE41-916B-4411-B7DB-364A2EA81552}">
      <dgm:prSet/>
      <dgm:spPr/>
      <dgm:t>
        <a:bodyPr/>
        <a:lstStyle/>
        <a:p>
          <a:endParaRPr lang="en-US"/>
        </a:p>
      </dgm:t>
    </dgm:pt>
    <dgm:pt modelId="{7886EBDB-9D08-4C6F-94FD-D309A37CF7D4}">
      <dgm:prSet/>
      <dgm:spPr/>
      <dgm:t>
        <a:bodyPr/>
        <a:lstStyle/>
        <a:p>
          <a:r>
            <a:rPr lang="en-US" b="0" i="0"/>
            <a:t>Downtime causes financial loss.</a:t>
          </a:r>
          <a:endParaRPr lang="en-US"/>
        </a:p>
      </dgm:t>
    </dgm:pt>
    <dgm:pt modelId="{08690325-6748-4A0A-8B70-08E58EFE3B6C}" type="parTrans" cxnId="{9C10DFB9-1D4E-4472-AAD4-169008DA50CC}">
      <dgm:prSet/>
      <dgm:spPr/>
      <dgm:t>
        <a:bodyPr/>
        <a:lstStyle/>
        <a:p>
          <a:endParaRPr lang="en-US"/>
        </a:p>
      </dgm:t>
    </dgm:pt>
    <dgm:pt modelId="{B95D3BFB-E3F6-4D38-9E3F-B13778161CDF}" type="sibTrans" cxnId="{9C10DFB9-1D4E-4472-AAD4-169008DA50CC}">
      <dgm:prSet/>
      <dgm:spPr/>
      <dgm:t>
        <a:bodyPr/>
        <a:lstStyle/>
        <a:p>
          <a:endParaRPr lang="en-US"/>
        </a:p>
      </dgm:t>
    </dgm:pt>
    <dgm:pt modelId="{290C517F-8E50-4113-A518-91E42EA83DAE}">
      <dgm:prSet/>
      <dgm:spPr/>
      <dgm:t>
        <a:bodyPr/>
        <a:lstStyle/>
        <a:p>
          <a:r>
            <a:rPr lang="en-US" b="0" i="0"/>
            <a:t>Good admin = stable business operations.</a:t>
          </a:r>
          <a:endParaRPr lang="en-US"/>
        </a:p>
      </dgm:t>
    </dgm:pt>
    <dgm:pt modelId="{CE42FBF2-C286-4DAD-A062-5B3A2A311118}" type="parTrans" cxnId="{C9022736-8D7B-47FA-85BA-2FA4811116E7}">
      <dgm:prSet/>
      <dgm:spPr/>
      <dgm:t>
        <a:bodyPr/>
        <a:lstStyle/>
        <a:p>
          <a:endParaRPr lang="en-US"/>
        </a:p>
      </dgm:t>
    </dgm:pt>
    <dgm:pt modelId="{D0B26DF8-FB41-4885-86FB-4786CE104F6C}" type="sibTrans" cxnId="{C9022736-8D7B-47FA-85BA-2FA4811116E7}">
      <dgm:prSet/>
      <dgm:spPr/>
      <dgm:t>
        <a:bodyPr/>
        <a:lstStyle/>
        <a:p>
          <a:endParaRPr lang="en-US"/>
        </a:p>
      </dgm:t>
    </dgm:pt>
    <dgm:pt modelId="{A62678BD-4D38-46B6-8C1C-06AAA427C138}">
      <dgm:prSet/>
      <dgm:spPr/>
      <dgm:t>
        <a:bodyPr/>
        <a:lstStyle/>
        <a:p>
          <a:r>
            <a:rPr lang="en-US" b="0" i="0"/>
            <a:t>Example: An e-commerce site crashes without server monitoring.</a:t>
          </a:r>
          <a:endParaRPr lang="en-US"/>
        </a:p>
      </dgm:t>
    </dgm:pt>
    <dgm:pt modelId="{BED3A61C-07EC-446F-8922-0E56AD2729D2}" type="parTrans" cxnId="{84F10AA8-F3DF-46F6-8302-C2E3AA600CEA}">
      <dgm:prSet/>
      <dgm:spPr/>
      <dgm:t>
        <a:bodyPr/>
        <a:lstStyle/>
        <a:p>
          <a:endParaRPr lang="en-US"/>
        </a:p>
      </dgm:t>
    </dgm:pt>
    <dgm:pt modelId="{019DD054-7E39-4F56-94F4-C7D9702D59E6}" type="sibTrans" cxnId="{84F10AA8-F3DF-46F6-8302-C2E3AA600CEA}">
      <dgm:prSet/>
      <dgm:spPr/>
      <dgm:t>
        <a:bodyPr/>
        <a:lstStyle/>
        <a:p>
          <a:endParaRPr lang="en-US"/>
        </a:p>
      </dgm:t>
    </dgm:pt>
    <dgm:pt modelId="{427664FD-819C-45FC-8B35-E2F9A6F72A24}" type="pres">
      <dgm:prSet presAssocID="{69B6042A-8545-48E2-AD0D-5E4F10929018}" presName="root" presStyleCnt="0">
        <dgm:presLayoutVars>
          <dgm:dir/>
          <dgm:resizeHandles val="exact"/>
        </dgm:presLayoutVars>
      </dgm:prSet>
      <dgm:spPr/>
    </dgm:pt>
    <dgm:pt modelId="{E1E314EA-E2C9-4CA0-876C-683368BE0504}" type="pres">
      <dgm:prSet presAssocID="{AD7A74B2-2061-4A09-8B69-82A7D6A5A791}" presName="compNode" presStyleCnt="0"/>
      <dgm:spPr/>
    </dgm:pt>
    <dgm:pt modelId="{B28FD196-5386-428C-9CED-02A9A452118F}" type="pres">
      <dgm:prSet presAssocID="{AD7A74B2-2061-4A09-8B69-82A7D6A5A7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999C7C0-4102-4A8A-B87F-FC704A5D63A0}" type="pres">
      <dgm:prSet presAssocID="{AD7A74B2-2061-4A09-8B69-82A7D6A5A791}" presName="spaceRect" presStyleCnt="0"/>
      <dgm:spPr/>
    </dgm:pt>
    <dgm:pt modelId="{DE79C565-3E1F-40D8-B643-B72EE32B88B6}" type="pres">
      <dgm:prSet presAssocID="{AD7A74B2-2061-4A09-8B69-82A7D6A5A791}" presName="textRect" presStyleLbl="revTx" presStyleIdx="0" presStyleCnt="4">
        <dgm:presLayoutVars>
          <dgm:chMax val="1"/>
          <dgm:chPref val="1"/>
        </dgm:presLayoutVars>
      </dgm:prSet>
      <dgm:spPr/>
    </dgm:pt>
    <dgm:pt modelId="{2AA15BCE-440C-4D6C-A213-CC9CD595E8E2}" type="pres">
      <dgm:prSet presAssocID="{944464FE-2860-4588-AFFF-8172B5DCAD21}" presName="sibTrans" presStyleCnt="0"/>
      <dgm:spPr/>
    </dgm:pt>
    <dgm:pt modelId="{28881BED-0095-4A4C-97EB-E56256BC49DD}" type="pres">
      <dgm:prSet presAssocID="{7886EBDB-9D08-4C6F-94FD-D309A37CF7D4}" presName="compNode" presStyleCnt="0"/>
      <dgm:spPr/>
    </dgm:pt>
    <dgm:pt modelId="{45000EC0-3986-4477-8110-108538B677F1}" type="pres">
      <dgm:prSet presAssocID="{7886EBDB-9D08-4C6F-94FD-D309A37CF7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5705BFBF-3F97-4150-9786-3A00B4FF7F24}" type="pres">
      <dgm:prSet presAssocID="{7886EBDB-9D08-4C6F-94FD-D309A37CF7D4}" presName="spaceRect" presStyleCnt="0"/>
      <dgm:spPr/>
    </dgm:pt>
    <dgm:pt modelId="{A447A2E2-8666-48D5-9BB3-E3755ED62673}" type="pres">
      <dgm:prSet presAssocID="{7886EBDB-9D08-4C6F-94FD-D309A37CF7D4}" presName="textRect" presStyleLbl="revTx" presStyleIdx="1" presStyleCnt="4">
        <dgm:presLayoutVars>
          <dgm:chMax val="1"/>
          <dgm:chPref val="1"/>
        </dgm:presLayoutVars>
      </dgm:prSet>
      <dgm:spPr/>
    </dgm:pt>
    <dgm:pt modelId="{7063C0BD-1CCE-42C3-AB0B-F475197E27E6}" type="pres">
      <dgm:prSet presAssocID="{B95D3BFB-E3F6-4D38-9E3F-B13778161CDF}" presName="sibTrans" presStyleCnt="0"/>
      <dgm:spPr/>
    </dgm:pt>
    <dgm:pt modelId="{6886684E-70AE-481A-B3C3-CBCD798BBF1C}" type="pres">
      <dgm:prSet presAssocID="{290C517F-8E50-4113-A518-91E42EA83DAE}" presName="compNode" presStyleCnt="0"/>
      <dgm:spPr/>
    </dgm:pt>
    <dgm:pt modelId="{21B96142-D174-457F-9B5B-73E9BAD64BD4}" type="pres">
      <dgm:prSet presAssocID="{290C517F-8E50-4113-A518-91E42EA83D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7FBF4E4-E4AC-41F1-A3E2-A7DD0C8035C8}" type="pres">
      <dgm:prSet presAssocID="{290C517F-8E50-4113-A518-91E42EA83DAE}" presName="spaceRect" presStyleCnt="0"/>
      <dgm:spPr/>
    </dgm:pt>
    <dgm:pt modelId="{D13BFC0F-B7DB-4223-BDF9-29DC270B9146}" type="pres">
      <dgm:prSet presAssocID="{290C517F-8E50-4113-A518-91E42EA83DAE}" presName="textRect" presStyleLbl="revTx" presStyleIdx="2" presStyleCnt="4">
        <dgm:presLayoutVars>
          <dgm:chMax val="1"/>
          <dgm:chPref val="1"/>
        </dgm:presLayoutVars>
      </dgm:prSet>
      <dgm:spPr/>
    </dgm:pt>
    <dgm:pt modelId="{65738971-34D9-4DA3-84F7-EE8EFBCD1758}" type="pres">
      <dgm:prSet presAssocID="{D0B26DF8-FB41-4885-86FB-4786CE104F6C}" presName="sibTrans" presStyleCnt="0"/>
      <dgm:spPr/>
    </dgm:pt>
    <dgm:pt modelId="{958BAA2D-D188-4DB0-B21F-4A9F8309DCA9}" type="pres">
      <dgm:prSet presAssocID="{A62678BD-4D38-46B6-8C1C-06AAA427C138}" presName="compNode" presStyleCnt="0"/>
      <dgm:spPr/>
    </dgm:pt>
    <dgm:pt modelId="{E00DB213-6055-4E59-A0C0-DE47342FDB33}" type="pres">
      <dgm:prSet presAssocID="{A62678BD-4D38-46B6-8C1C-06AAA427C1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EC9BA8-DD6F-4A79-8300-DA88925793C0}" type="pres">
      <dgm:prSet presAssocID="{A62678BD-4D38-46B6-8C1C-06AAA427C138}" presName="spaceRect" presStyleCnt="0"/>
      <dgm:spPr/>
    </dgm:pt>
    <dgm:pt modelId="{050736EB-A6D3-45E0-9C97-7724DB0CCAD0}" type="pres">
      <dgm:prSet presAssocID="{A62678BD-4D38-46B6-8C1C-06AAA427C1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8B12B0F-DC10-42E2-9FE0-B013F92AAEDA}" type="presOf" srcId="{69B6042A-8545-48E2-AD0D-5E4F10929018}" destId="{427664FD-819C-45FC-8B35-E2F9A6F72A24}" srcOrd="0" destOrd="0" presId="urn:microsoft.com/office/officeart/2018/2/layout/IconLabelList"/>
    <dgm:cxn modelId="{AAAD1A1D-E8B2-43E6-BFCC-7A35D2916363}" type="presOf" srcId="{290C517F-8E50-4113-A518-91E42EA83DAE}" destId="{D13BFC0F-B7DB-4223-BDF9-29DC270B9146}" srcOrd="0" destOrd="0" presId="urn:microsoft.com/office/officeart/2018/2/layout/IconLabelList"/>
    <dgm:cxn modelId="{3B5BCD2E-A825-44DF-9CA9-3C0C72096146}" type="presOf" srcId="{7886EBDB-9D08-4C6F-94FD-D309A37CF7D4}" destId="{A447A2E2-8666-48D5-9BB3-E3755ED62673}" srcOrd="0" destOrd="0" presId="urn:microsoft.com/office/officeart/2018/2/layout/IconLabelList"/>
    <dgm:cxn modelId="{C9022736-8D7B-47FA-85BA-2FA4811116E7}" srcId="{69B6042A-8545-48E2-AD0D-5E4F10929018}" destId="{290C517F-8E50-4113-A518-91E42EA83DAE}" srcOrd="2" destOrd="0" parTransId="{CE42FBF2-C286-4DAD-A062-5B3A2A311118}" sibTransId="{D0B26DF8-FB41-4885-86FB-4786CE104F6C}"/>
    <dgm:cxn modelId="{9D0DDE41-916B-4411-B7DB-364A2EA81552}" srcId="{69B6042A-8545-48E2-AD0D-5E4F10929018}" destId="{AD7A74B2-2061-4A09-8B69-82A7D6A5A791}" srcOrd="0" destOrd="0" parTransId="{E7F3C749-D9F0-4DCB-82EE-3D86E96FC393}" sibTransId="{944464FE-2860-4588-AFFF-8172B5DCAD21}"/>
    <dgm:cxn modelId="{84F10AA8-F3DF-46F6-8302-C2E3AA600CEA}" srcId="{69B6042A-8545-48E2-AD0D-5E4F10929018}" destId="{A62678BD-4D38-46B6-8C1C-06AAA427C138}" srcOrd="3" destOrd="0" parTransId="{BED3A61C-07EC-446F-8922-0E56AD2729D2}" sibTransId="{019DD054-7E39-4F56-94F4-C7D9702D59E6}"/>
    <dgm:cxn modelId="{9C10DFB9-1D4E-4472-AAD4-169008DA50CC}" srcId="{69B6042A-8545-48E2-AD0D-5E4F10929018}" destId="{7886EBDB-9D08-4C6F-94FD-D309A37CF7D4}" srcOrd="1" destOrd="0" parTransId="{08690325-6748-4A0A-8B70-08E58EFE3B6C}" sibTransId="{B95D3BFB-E3F6-4D38-9E3F-B13778161CDF}"/>
    <dgm:cxn modelId="{43A051BF-2D0E-48B7-AAA0-6696E806E7DF}" type="presOf" srcId="{A62678BD-4D38-46B6-8C1C-06AAA427C138}" destId="{050736EB-A6D3-45E0-9C97-7724DB0CCAD0}" srcOrd="0" destOrd="0" presId="urn:microsoft.com/office/officeart/2018/2/layout/IconLabelList"/>
    <dgm:cxn modelId="{72B005F0-1987-43EC-956B-9F9D86FD66F2}" type="presOf" srcId="{AD7A74B2-2061-4A09-8B69-82A7D6A5A791}" destId="{DE79C565-3E1F-40D8-B643-B72EE32B88B6}" srcOrd="0" destOrd="0" presId="urn:microsoft.com/office/officeart/2018/2/layout/IconLabelList"/>
    <dgm:cxn modelId="{26EF0AB7-FB29-415A-B5A8-8D3E1FD1EE83}" type="presParOf" srcId="{427664FD-819C-45FC-8B35-E2F9A6F72A24}" destId="{E1E314EA-E2C9-4CA0-876C-683368BE0504}" srcOrd="0" destOrd="0" presId="urn:microsoft.com/office/officeart/2018/2/layout/IconLabelList"/>
    <dgm:cxn modelId="{0D44BA18-1292-476A-BD5D-764CFA5F3A6B}" type="presParOf" srcId="{E1E314EA-E2C9-4CA0-876C-683368BE0504}" destId="{B28FD196-5386-428C-9CED-02A9A452118F}" srcOrd="0" destOrd="0" presId="urn:microsoft.com/office/officeart/2018/2/layout/IconLabelList"/>
    <dgm:cxn modelId="{8145DBC6-43D8-4261-87BC-116E140EE51C}" type="presParOf" srcId="{E1E314EA-E2C9-4CA0-876C-683368BE0504}" destId="{1999C7C0-4102-4A8A-B87F-FC704A5D63A0}" srcOrd="1" destOrd="0" presId="urn:microsoft.com/office/officeart/2018/2/layout/IconLabelList"/>
    <dgm:cxn modelId="{93F5F6A1-D9F4-4755-B7B4-0E723B46D52C}" type="presParOf" srcId="{E1E314EA-E2C9-4CA0-876C-683368BE0504}" destId="{DE79C565-3E1F-40D8-B643-B72EE32B88B6}" srcOrd="2" destOrd="0" presId="urn:microsoft.com/office/officeart/2018/2/layout/IconLabelList"/>
    <dgm:cxn modelId="{EFF7CC31-42D6-4D15-9F30-B00E9DF81748}" type="presParOf" srcId="{427664FD-819C-45FC-8B35-E2F9A6F72A24}" destId="{2AA15BCE-440C-4D6C-A213-CC9CD595E8E2}" srcOrd="1" destOrd="0" presId="urn:microsoft.com/office/officeart/2018/2/layout/IconLabelList"/>
    <dgm:cxn modelId="{34FA99CC-B7F3-45A0-980A-F2D4A2A910B0}" type="presParOf" srcId="{427664FD-819C-45FC-8B35-E2F9A6F72A24}" destId="{28881BED-0095-4A4C-97EB-E56256BC49DD}" srcOrd="2" destOrd="0" presId="urn:microsoft.com/office/officeart/2018/2/layout/IconLabelList"/>
    <dgm:cxn modelId="{B94674EC-EFD5-4C84-8904-19B1682CC101}" type="presParOf" srcId="{28881BED-0095-4A4C-97EB-E56256BC49DD}" destId="{45000EC0-3986-4477-8110-108538B677F1}" srcOrd="0" destOrd="0" presId="urn:microsoft.com/office/officeart/2018/2/layout/IconLabelList"/>
    <dgm:cxn modelId="{73063078-4EBA-42E8-89E8-1F0786F56203}" type="presParOf" srcId="{28881BED-0095-4A4C-97EB-E56256BC49DD}" destId="{5705BFBF-3F97-4150-9786-3A00B4FF7F24}" srcOrd="1" destOrd="0" presId="urn:microsoft.com/office/officeart/2018/2/layout/IconLabelList"/>
    <dgm:cxn modelId="{14DD905D-43E7-4C31-8699-46C78453D7F5}" type="presParOf" srcId="{28881BED-0095-4A4C-97EB-E56256BC49DD}" destId="{A447A2E2-8666-48D5-9BB3-E3755ED62673}" srcOrd="2" destOrd="0" presId="urn:microsoft.com/office/officeart/2018/2/layout/IconLabelList"/>
    <dgm:cxn modelId="{7F2381F2-8FA1-4EB4-82DD-AD8A244FCB68}" type="presParOf" srcId="{427664FD-819C-45FC-8B35-E2F9A6F72A24}" destId="{7063C0BD-1CCE-42C3-AB0B-F475197E27E6}" srcOrd="3" destOrd="0" presId="urn:microsoft.com/office/officeart/2018/2/layout/IconLabelList"/>
    <dgm:cxn modelId="{7051B2AA-703A-4183-AE1D-5D6F1613CA66}" type="presParOf" srcId="{427664FD-819C-45FC-8B35-E2F9A6F72A24}" destId="{6886684E-70AE-481A-B3C3-CBCD798BBF1C}" srcOrd="4" destOrd="0" presId="urn:microsoft.com/office/officeart/2018/2/layout/IconLabelList"/>
    <dgm:cxn modelId="{978CA0E9-2EE0-4545-AAE0-E3258778921A}" type="presParOf" srcId="{6886684E-70AE-481A-B3C3-CBCD798BBF1C}" destId="{21B96142-D174-457F-9B5B-73E9BAD64BD4}" srcOrd="0" destOrd="0" presId="urn:microsoft.com/office/officeart/2018/2/layout/IconLabelList"/>
    <dgm:cxn modelId="{5576BFFE-3056-40EA-BC20-E509D3DEA658}" type="presParOf" srcId="{6886684E-70AE-481A-B3C3-CBCD798BBF1C}" destId="{57FBF4E4-E4AC-41F1-A3E2-A7DD0C8035C8}" srcOrd="1" destOrd="0" presId="urn:microsoft.com/office/officeart/2018/2/layout/IconLabelList"/>
    <dgm:cxn modelId="{26EB1F88-F0A8-41A2-AF1B-A1B07AA504F2}" type="presParOf" srcId="{6886684E-70AE-481A-B3C3-CBCD798BBF1C}" destId="{D13BFC0F-B7DB-4223-BDF9-29DC270B9146}" srcOrd="2" destOrd="0" presId="urn:microsoft.com/office/officeart/2018/2/layout/IconLabelList"/>
    <dgm:cxn modelId="{A8859F72-BC31-4FF5-817D-15DA024208B3}" type="presParOf" srcId="{427664FD-819C-45FC-8B35-E2F9A6F72A24}" destId="{65738971-34D9-4DA3-84F7-EE8EFBCD1758}" srcOrd="5" destOrd="0" presId="urn:microsoft.com/office/officeart/2018/2/layout/IconLabelList"/>
    <dgm:cxn modelId="{D197CA61-B629-4706-BD23-20EBA6A01350}" type="presParOf" srcId="{427664FD-819C-45FC-8B35-E2F9A6F72A24}" destId="{958BAA2D-D188-4DB0-B21F-4A9F8309DCA9}" srcOrd="6" destOrd="0" presId="urn:microsoft.com/office/officeart/2018/2/layout/IconLabelList"/>
    <dgm:cxn modelId="{21CE06A5-C1BF-4A73-845F-A11A001343A2}" type="presParOf" srcId="{958BAA2D-D188-4DB0-B21F-4A9F8309DCA9}" destId="{E00DB213-6055-4E59-A0C0-DE47342FDB33}" srcOrd="0" destOrd="0" presId="urn:microsoft.com/office/officeart/2018/2/layout/IconLabelList"/>
    <dgm:cxn modelId="{DC44F5BE-D538-4883-BD6E-440595513874}" type="presParOf" srcId="{958BAA2D-D188-4DB0-B21F-4A9F8309DCA9}" destId="{E5EC9BA8-DD6F-4A79-8300-DA88925793C0}" srcOrd="1" destOrd="0" presId="urn:microsoft.com/office/officeart/2018/2/layout/IconLabelList"/>
    <dgm:cxn modelId="{0C59A9A2-F417-44C3-A463-F72AFBCA88E4}" type="presParOf" srcId="{958BAA2D-D188-4DB0-B21F-4A9F8309DCA9}" destId="{050736EB-A6D3-45E0-9C97-7724DB0CCA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58B25E-37AD-4CD1-92BA-2B5976BED16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4AF61C8-0F53-425D-ADE9-7E66872BEC01}">
      <dgm:prSet/>
      <dgm:spPr/>
      <dgm:t>
        <a:bodyPr/>
        <a:lstStyle/>
        <a:p>
          <a:pPr>
            <a:defRPr cap="all"/>
          </a:pPr>
          <a:r>
            <a:rPr lang="en-US" b="0" i="0"/>
            <a:t>High demand IT skill worldwide</a:t>
          </a:r>
          <a:endParaRPr lang="en-US"/>
        </a:p>
      </dgm:t>
    </dgm:pt>
    <dgm:pt modelId="{C4C448F9-4E1B-4487-80CA-A5787D0DD7C5}" type="parTrans" cxnId="{60CD5FEA-D3CC-4100-BA73-709784034FEB}">
      <dgm:prSet/>
      <dgm:spPr/>
      <dgm:t>
        <a:bodyPr/>
        <a:lstStyle/>
        <a:p>
          <a:endParaRPr lang="en-US"/>
        </a:p>
      </dgm:t>
    </dgm:pt>
    <dgm:pt modelId="{8586492F-F04C-4BC3-AEAC-A827D8FEE256}" type="sibTrans" cxnId="{60CD5FEA-D3CC-4100-BA73-709784034FEB}">
      <dgm:prSet/>
      <dgm:spPr/>
      <dgm:t>
        <a:bodyPr/>
        <a:lstStyle/>
        <a:p>
          <a:endParaRPr lang="en-US"/>
        </a:p>
      </dgm:t>
    </dgm:pt>
    <dgm:pt modelId="{05419D40-0C25-4D09-9813-A056EE932E37}">
      <dgm:prSet/>
      <dgm:spPr/>
      <dgm:t>
        <a:bodyPr/>
        <a:lstStyle/>
        <a:p>
          <a:pPr>
            <a:defRPr cap="all"/>
          </a:pPr>
          <a:r>
            <a:rPr lang="en-US" b="0" i="0"/>
            <a:t>Strong career growth</a:t>
          </a:r>
          <a:endParaRPr lang="en-US"/>
        </a:p>
      </dgm:t>
    </dgm:pt>
    <dgm:pt modelId="{CC527904-D9B0-4213-B068-B3B3F9B25CCA}" type="parTrans" cxnId="{E9FF9F24-C863-49DB-A316-453EDA69C854}">
      <dgm:prSet/>
      <dgm:spPr/>
      <dgm:t>
        <a:bodyPr/>
        <a:lstStyle/>
        <a:p>
          <a:endParaRPr lang="en-US"/>
        </a:p>
      </dgm:t>
    </dgm:pt>
    <dgm:pt modelId="{83AFF0E8-D124-4162-8FFE-0731CA133FBE}" type="sibTrans" cxnId="{E9FF9F24-C863-49DB-A316-453EDA69C854}">
      <dgm:prSet/>
      <dgm:spPr/>
      <dgm:t>
        <a:bodyPr/>
        <a:lstStyle/>
        <a:p>
          <a:endParaRPr lang="en-US"/>
        </a:p>
      </dgm:t>
    </dgm:pt>
    <dgm:pt modelId="{55EAE40D-F7EE-49E4-938D-B4D3E621265E}">
      <dgm:prSet/>
      <dgm:spPr/>
      <dgm:t>
        <a:bodyPr/>
        <a:lstStyle/>
        <a:p>
          <a:pPr>
            <a:defRPr cap="all"/>
          </a:pPr>
          <a:r>
            <a:rPr lang="en-US" b="0" i="0"/>
            <a:t>Freelance + corporate opportunities</a:t>
          </a:r>
          <a:endParaRPr lang="en-US"/>
        </a:p>
      </dgm:t>
    </dgm:pt>
    <dgm:pt modelId="{65CFA3A7-41A2-44C5-9321-C8F1C2F82009}" type="parTrans" cxnId="{197350C4-36D0-456E-BD8A-11CF5D617945}">
      <dgm:prSet/>
      <dgm:spPr/>
      <dgm:t>
        <a:bodyPr/>
        <a:lstStyle/>
        <a:p>
          <a:endParaRPr lang="en-US"/>
        </a:p>
      </dgm:t>
    </dgm:pt>
    <dgm:pt modelId="{63C4EAFA-F06A-49F3-9108-993151200DD8}" type="sibTrans" cxnId="{197350C4-36D0-456E-BD8A-11CF5D617945}">
      <dgm:prSet/>
      <dgm:spPr/>
      <dgm:t>
        <a:bodyPr/>
        <a:lstStyle/>
        <a:p>
          <a:endParaRPr lang="en-US"/>
        </a:p>
      </dgm:t>
    </dgm:pt>
    <dgm:pt modelId="{3429887D-2629-47E3-B216-F7B008D9BF9E}">
      <dgm:prSet/>
      <dgm:spPr/>
      <dgm:t>
        <a:bodyPr/>
        <a:lstStyle/>
        <a:p>
          <a:pPr>
            <a:defRPr cap="all"/>
          </a:pPr>
          <a:r>
            <a:rPr lang="en-US" b="0" i="0"/>
            <a:t>Example: Skilled admins manage global cloud infrastructure.</a:t>
          </a:r>
          <a:endParaRPr lang="en-US"/>
        </a:p>
      </dgm:t>
    </dgm:pt>
    <dgm:pt modelId="{667CF7EF-F706-478D-AEF2-A4EC114046AA}" type="parTrans" cxnId="{1017B30E-8349-404B-A4F3-DB9748C623D1}">
      <dgm:prSet/>
      <dgm:spPr/>
      <dgm:t>
        <a:bodyPr/>
        <a:lstStyle/>
        <a:p>
          <a:endParaRPr lang="en-US"/>
        </a:p>
      </dgm:t>
    </dgm:pt>
    <dgm:pt modelId="{2699F891-923C-42EF-B2F8-CA6E2E142DC0}" type="sibTrans" cxnId="{1017B30E-8349-404B-A4F3-DB9748C623D1}">
      <dgm:prSet/>
      <dgm:spPr/>
      <dgm:t>
        <a:bodyPr/>
        <a:lstStyle/>
        <a:p>
          <a:endParaRPr lang="en-US"/>
        </a:p>
      </dgm:t>
    </dgm:pt>
    <dgm:pt modelId="{605C1204-165A-4CB7-B36A-3EA6A5AE1864}" type="pres">
      <dgm:prSet presAssocID="{3458B25E-37AD-4CD1-92BA-2B5976BED165}" presName="root" presStyleCnt="0">
        <dgm:presLayoutVars>
          <dgm:dir/>
          <dgm:resizeHandles val="exact"/>
        </dgm:presLayoutVars>
      </dgm:prSet>
      <dgm:spPr/>
    </dgm:pt>
    <dgm:pt modelId="{88011EC4-8E13-4702-B549-7D06798FBDA3}" type="pres">
      <dgm:prSet presAssocID="{24AF61C8-0F53-425D-ADE9-7E66872BEC01}" presName="compNode" presStyleCnt="0"/>
      <dgm:spPr/>
    </dgm:pt>
    <dgm:pt modelId="{4F2ACE82-88F0-43DE-B48A-7E212AA2650A}" type="pres">
      <dgm:prSet presAssocID="{24AF61C8-0F53-425D-ADE9-7E66872BEC01}" presName="iconBgRect" presStyleLbl="bgShp" presStyleIdx="0" presStyleCnt="4"/>
      <dgm:spPr/>
    </dgm:pt>
    <dgm:pt modelId="{A4ADA0AB-CEE2-4B7E-974D-1209A566A89E}" type="pres">
      <dgm:prSet presAssocID="{24AF61C8-0F53-425D-ADE9-7E66872BEC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FA4CBF9-C30F-4056-BF2A-DBDC80270C38}" type="pres">
      <dgm:prSet presAssocID="{24AF61C8-0F53-425D-ADE9-7E66872BEC01}" presName="spaceRect" presStyleCnt="0"/>
      <dgm:spPr/>
    </dgm:pt>
    <dgm:pt modelId="{1D613242-5982-41ED-95F5-F75C4BA98BF5}" type="pres">
      <dgm:prSet presAssocID="{24AF61C8-0F53-425D-ADE9-7E66872BEC01}" presName="textRect" presStyleLbl="revTx" presStyleIdx="0" presStyleCnt="4">
        <dgm:presLayoutVars>
          <dgm:chMax val="1"/>
          <dgm:chPref val="1"/>
        </dgm:presLayoutVars>
      </dgm:prSet>
      <dgm:spPr/>
    </dgm:pt>
    <dgm:pt modelId="{83417B0B-C3FA-4280-9B4D-B12D15803B5B}" type="pres">
      <dgm:prSet presAssocID="{8586492F-F04C-4BC3-AEAC-A827D8FEE256}" presName="sibTrans" presStyleCnt="0"/>
      <dgm:spPr/>
    </dgm:pt>
    <dgm:pt modelId="{AF314070-6FA2-452B-B153-1D35CDC189FB}" type="pres">
      <dgm:prSet presAssocID="{05419D40-0C25-4D09-9813-A056EE932E37}" presName="compNode" presStyleCnt="0"/>
      <dgm:spPr/>
    </dgm:pt>
    <dgm:pt modelId="{48074267-6C10-4525-8D6E-E6393EA6341C}" type="pres">
      <dgm:prSet presAssocID="{05419D40-0C25-4D09-9813-A056EE932E37}" presName="iconBgRect" presStyleLbl="bgShp" presStyleIdx="1" presStyleCnt="4"/>
      <dgm:spPr/>
    </dgm:pt>
    <dgm:pt modelId="{2D12A605-514B-4F0B-80E9-45F6F7338612}" type="pres">
      <dgm:prSet presAssocID="{05419D40-0C25-4D09-9813-A056EE932E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E89B686-A369-43EC-AE68-23B4B1D66BFD}" type="pres">
      <dgm:prSet presAssocID="{05419D40-0C25-4D09-9813-A056EE932E37}" presName="spaceRect" presStyleCnt="0"/>
      <dgm:spPr/>
    </dgm:pt>
    <dgm:pt modelId="{31204327-28F7-4BA7-B0AE-0748BC6FAF62}" type="pres">
      <dgm:prSet presAssocID="{05419D40-0C25-4D09-9813-A056EE932E37}" presName="textRect" presStyleLbl="revTx" presStyleIdx="1" presStyleCnt="4">
        <dgm:presLayoutVars>
          <dgm:chMax val="1"/>
          <dgm:chPref val="1"/>
        </dgm:presLayoutVars>
      </dgm:prSet>
      <dgm:spPr/>
    </dgm:pt>
    <dgm:pt modelId="{F5D7DE96-3C7F-411F-9CDB-2416699DA017}" type="pres">
      <dgm:prSet presAssocID="{83AFF0E8-D124-4162-8FFE-0731CA133FBE}" presName="sibTrans" presStyleCnt="0"/>
      <dgm:spPr/>
    </dgm:pt>
    <dgm:pt modelId="{7D0CA87B-4F9D-476D-B935-B035274124F3}" type="pres">
      <dgm:prSet presAssocID="{55EAE40D-F7EE-49E4-938D-B4D3E621265E}" presName="compNode" presStyleCnt="0"/>
      <dgm:spPr/>
    </dgm:pt>
    <dgm:pt modelId="{CD912E95-36C1-4BAF-A776-A4CE5C89A834}" type="pres">
      <dgm:prSet presAssocID="{55EAE40D-F7EE-49E4-938D-B4D3E621265E}" presName="iconBgRect" presStyleLbl="bgShp" presStyleIdx="2" presStyleCnt="4"/>
      <dgm:spPr/>
    </dgm:pt>
    <dgm:pt modelId="{EE1AD093-5D94-4C1E-AF00-B80E918CA54F}" type="pres">
      <dgm:prSet presAssocID="{55EAE40D-F7EE-49E4-938D-B4D3E621265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1E50A414-B187-4B1C-8BA7-9FA7360E63E8}" type="pres">
      <dgm:prSet presAssocID="{55EAE40D-F7EE-49E4-938D-B4D3E621265E}" presName="spaceRect" presStyleCnt="0"/>
      <dgm:spPr/>
    </dgm:pt>
    <dgm:pt modelId="{C643470E-5685-4A7D-AD26-AEFF35F86B64}" type="pres">
      <dgm:prSet presAssocID="{55EAE40D-F7EE-49E4-938D-B4D3E621265E}" presName="textRect" presStyleLbl="revTx" presStyleIdx="2" presStyleCnt="4">
        <dgm:presLayoutVars>
          <dgm:chMax val="1"/>
          <dgm:chPref val="1"/>
        </dgm:presLayoutVars>
      </dgm:prSet>
      <dgm:spPr/>
    </dgm:pt>
    <dgm:pt modelId="{DEB22C51-A7A3-4F15-A922-B30135C7B61C}" type="pres">
      <dgm:prSet presAssocID="{63C4EAFA-F06A-49F3-9108-993151200DD8}" presName="sibTrans" presStyleCnt="0"/>
      <dgm:spPr/>
    </dgm:pt>
    <dgm:pt modelId="{F843889D-71E7-4ADA-9A16-2FF100105F2B}" type="pres">
      <dgm:prSet presAssocID="{3429887D-2629-47E3-B216-F7B008D9BF9E}" presName="compNode" presStyleCnt="0"/>
      <dgm:spPr/>
    </dgm:pt>
    <dgm:pt modelId="{126F0E00-5519-42A6-BB9C-7F947F55203F}" type="pres">
      <dgm:prSet presAssocID="{3429887D-2629-47E3-B216-F7B008D9BF9E}" presName="iconBgRect" presStyleLbl="bgShp" presStyleIdx="3" presStyleCnt="4"/>
      <dgm:spPr/>
    </dgm:pt>
    <dgm:pt modelId="{194C62DC-21FA-42B6-8D76-81777BBE8719}" type="pres">
      <dgm:prSet presAssocID="{3429887D-2629-47E3-B216-F7B008D9BF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9AE539A-ABEE-4D13-887D-CFF8004FFD92}" type="pres">
      <dgm:prSet presAssocID="{3429887D-2629-47E3-B216-F7B008D9BF9E}" presName="spaceRect" presStyleCnt="0"/>
      <dgm:spPr/>
    </dgm:pt>
    <dgm:pt modelId="{AFAB844A-196E-444B-867F-E2242439C4F3}" type="pres">
      <dgm:prSet presAssocID="{3429887D-2629-47E3-B216-F7B008D9BF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17B30E-8349-404B-A4F3-DB9748C623D1}" srcId="{3458B25E-37AD-4CD1-92BA-2B5976BED165}" destId="{3429887D-2629-47E3-B216-F7B008D9BF9E}" srcOrd="3" destOrd="0" parTransId="{667CF7EF-F706-478D-AEF2-A4EC114046AA}" sibTransId="{2699F891-923C-42EF-B2F8-CA6E2E142DC0}"/>
    <dgm:cxn modelId="{E9FF9F24-C863-49DB-A316-453EDA69C854}" srcId="{3458B25E-37AD-4CD1-92BA-2B5976BED165}" destId="{05419D40-0C25-4D09-9813-A056EE932E37}" srcOrd="1" destOrd="0" parTransId="{CC527904-D9B0-4213-B068-B3B3F9B25CCA}" sibTransId="{83AFF0E8-D124-4162-8FFE-0731CA133FBE}"/>
    <dgm:cxn modelId="{0F15512E-9282-4DA7-8809-370A52BA62BB}" type="presOf" srcId="{05419D40-0C25-4D09-9813-A056EE932E37}" destId="{31204327-28F7-4BA7-B0AE-0748BC6FAF62}" srcOrd="0" destOrd="0" presId="urn:microsoft.com/office/officeart/2018/5/layout/IconCircleLabelList"/>
    <dgm:cxn modelId="{28F9CE7D-C182-4410-90C0-78E15865C5C9}" type="presOf" srcId="{3458B25E-37AD-4CD1-92BA-2B5976BED165}" destId="{605C1204-165A-4CB7-B36A-3EA6A5AE1864}" srcOrd="0" destOrd="0" presId="urn:microsoft.com/office/officeart/2018/5/layout/IconCircleLabelList"/>
    <dgm:cxn modelId="{69FE1C8F-293C-4A59-8306-18825EBE6A3F}" type="presOf" srcId="{55EAE40D-F7EE-49E4-938D-B4D3E621265E}" destId="{C643470E-5685-4A7D-AD26-AEFF35F86B64}" srcOrd="0" destOrd="0" presId="urn:microsoft.com/office/officeart/2018/5/layout/IconCircleLabelList"/>
    <dgm:cxn modelId="{820DB7B3-DD21-44B6-B4CC-A6C4854F1754}" type="presOf" srcId="{3429887D-2629-47E3-B216-F7B008D9BF9E}" destId="{AFAB844A-196E-444B-867F-E2242439C4F3}" srcOrd="0" destOrd="0" presId="urn:microsoft.com/office/officeart/2018/5/layout/IconCircleLabelList"/>
    <dgm:cxn modelId="{197350C4-36D0-456E-BD8A-11CF5D617945}" srcId="{3458B25E-37AD-4CD1-92BA-2B5976BED165}" destId="{55EAE40D-F7EE-49E4-938D-B4D3E621265E}" srcOrd="2" destOrd="0" parTransId="{65CFA3A7-41A2-44C5-9321-C8F1C2F82009}" sibTransId="{63C4EAFA-F06A-49F3-9108-993151200DD8}"/>
    <dgm:cxn modelId="{502CADD1-1F5D-4871-AF80-B2754CF4439B}" type="presOf" srcId="{24AF61C8-0F53-425D-ADE9-7E66872BEC01}" destId="{1D613242-5982-41ED-95F5-F75C4BA98BF5}" srcOrd="0" destOrd="0" presId="urn:microsoft.com/office/officeart/2018/5/layout/IconCircleLabelList"/>
    <dgm:cxn modelId="{60CD5FEA-D3CC-4100-BA73-709784034FEB}" srcId="{3458B25E-37AD-4CD1-92BA-2B5976BED165}" destId="{24AF61C8-0F53-425D-ADE9-7E66872BEC01}" srcOrd="0" destOrd="0" parTransId="{C4C448F9-4E1B-4487-80CA-A5787D0DD7C5}" sibTransId="{8586492F-F04C-4BC3-AEAC-A827D8FEE256}"/>
    <dgm:cxn modelId="{C45A2E27-74EF-4098-8F73-AA8F2D55DEE2}" type="presParOf" srcId="{605C1204-165A-4CB7-B36A-3EA6A5AE1864}" destId="{88011EC4-8E13-4702-B549-7D06798FBDA3}" srcOrd="0" destOrd="0" presId="urn:microsoft.com/office/officeart/2018/5/layout/IconCircleLabelList"/>
    <dgm:cxn modelId="{019DF2E0-0FBC-470F-AE1C-8850BF49359C}" type="presParOf" srcId="{88011EC4-8E13-4702-B549-7D06798FBDA3}" destId="{4F2ACE82-88F0-43DE-B48A-7E212AA2650A}" srcOrd="0" destOrd="0" presId="urn:microsoft.com/office/officeart/2018/5/layout/IconCircleLabelList"/>
    <dgm:cxn modelId="{610D30C1-1182-4B19-9FF6-CAFA7DF3B1EC}" type="presParOf" srcId="{88011EC4-8E13-4702-B549-7D06798FBDA3}" destId="{A4ADA0AB-CEE2-4B7E-974D-1209A566A89E}" srcOrd="1" destOrd="0" presId="urn:microsoft.com/office/officeart/2018/5/layout/IconCircleLabelList"/>
    <dgm:cxn modelId="{A7209AB4-65D3-4188-B44B-5B16C1BC3CEF}" type="presParOf" srcId="{88011EC4-8E13-4702-B549-7D06798FBDA3}" destId="{8FA4CBF9-C30F-4056-BF2A-DBDC80270C38}" srcOrd="2" destOrd="0" presId="urn:microsoft.com/office/officeart/2018/5/layout/IconCircleLabelList"/>
    <dgm:cxn modelId="{4FDAF742-7C0A-45FC-84F5-60E05234BA84}" type="presParOf" srcId="{88011EC4-8E13-4702-B549-7D06798FBDA3}" destId="{1D613242-5982-41ED-95F5-F75C4BA98BF5}" srcOrd="3" destOrd="0" presId="urn:microsoft.com/office/officeart/2018/5/layout/IconCircleLabelList"/>
    <dgm:cxn modelId="{7E54692C-4665-4683-8240-3F911E567961}" type="presParOf" srcId="{605C1204-165A-4CB7-B36A-3EA6A5AE1864}" destId="{83417B0B-C3FA-4280-9B4D-B12D15803B5B}" srcOrd="1" destOrd="0" presId="urn:microsoft.com/office/officeart/2018/5/layout/IconCircleLabelList"/>
    <dgm:cxn modelId="{CE3F1AA9-9E8D-42EB-A498-F9245873A173}" type="presParOf" srcId="{605C1204-165A-4CB7-B36A-3EA6A5AE1864}" destId="{AF314070-6FA2-452B-B153-1D35CDC189FB}" srcOrd="2" destOrd="0" presId="urn:microsoft.com/office/officeart/2018/5/layout/IconCircleLabelList"/>
    <dgm:cxn modelId="{CB97C6E3-2972-4595-90CE-04AD112B0B48}" type="presParOf" srcId="{AF314070-6FA2-452B-B153-1D35CDC189FB}" destId="{48074267-6C10-4525-8D6E-E6393EA6341C}" srcOrd="0" destOrd="0" presId="urn:microsoft.com/office/officeart/2018/5/layout/IconCircleLabelList"/>
    <dgm:cxn modelId="{99B3148E-4CAF-4A3D-8BAD-E47258D00734}" type="presParOf" srcId="{AF314070-6FA2-452B-B153-1D35CDC189FB}" destId="{2D12A605-514B-4F0B-80E9-45F6F7338612}" srcOrd="1" destOrd="0" presId="urn:microsoft.com/office/officeart/2018/5/layout/IconCircleLabelList"/>
    <dgm:cxn modelId="{CC9EE186-A9E3-45DC-9F2E-01C43121DD24}" type="presParOf" srcId="{AF314070-6FA2-452B-B153-1D35CDC189FB}" destId="{6E89B686-A369-43EC-AE68-23B4B1D66BFD}" srcOrd="2" destOrd="0" presId="urn:microsoft.com/office/officeart/2018/5/layout/IconCircleLabelList"/>
    <dgm:cxn modelId="{9D7411B2-E0E8-4756-BFA7-70D72F1AB13B}" type="presParOf" srcId="{AF314070-6FA2-452B-B153-1D35CDC189FB}" destId="{31204327-28F7-4BA7-B0AE-0748BC6FAF62}" srcOrd="3" destOrd="0" presId="urn:microsoft.com/office/officeart/2018/5/layout/IconCircleLabelList"/>
    <dgm:cxn modelId="{9F019ECF-EF10-40F7-8213-A42716345F67}" type="presParOf" srcId="{605C1204-165A-4CB7-B36A-3EA6A5AE1864}" destId="{F5D7DE96-3C7F-411F-9CDB-2416699DA017}" srcOrd="3" destOrd="0" presId="urn:microsoft.com/office/officeart/2018/5/layout/IconCircleLabelList"/>
    <dgm:cxn modelId="{AAF6105E-1D5F-436C-9ED8-90397DDC73CD}" type="presParOf" srcId="{605C1204-165A-4CB7-B36A-3EA6A5AE1864}" destId="{7D0CA87B-4F9D-476D-B935-B035274124F3}" srcOrd="4" destOrd="0" presId="urn:microsoft.com/office/officeart/2018/5/layout/IconCircleLabelList"/>
    <dgm:cxn modelId="{A8A5644D-E3AD-4646-9604-D3C1048AB975}" type="presParOf" srcId="{7D0CA87B-4F9D-476D-B935-B035274124F3}" destId="{CD912E95-36C1-4BAF-A776-A4CE5C89A834}" srcOrd="0" destOrd="0" presId="urn:microsoft.com/office/officeart/2018/5/layout/IconCircleLabelList"/>
    <dgm:cxn modelId="{4C1BE196-98FC-448B-83E5-37085C3D8B45}" type="presParOf" srcId="{7D0CA87B-4F9D-476D-B935-B035274124F3}" destId="{EE1AD093-5D94-4C1E-AF00-B80E918CA54F}" srcOrd="1" destOrd="0" presId="urn:microsoft.com/office/officeart/2018/5/layout/IconCircleLabelList"/>
    <dgm:cxn modelId="{273D59EC-7000-4C5E-843D-615143F99F24}" type="presParOf" srcId="{7D0CA87B-4F9D-476D-B935-B035274124F3}" destId="{1E50A414-B187-4B1C-8BA7-9FA7360E63E8}" srcOrd="2" destOrd="0" presId="urn:microsoft.com/office/officeart/2018/5/layout/IconCircleLabelList"/>
    <dgm:cxn modelId="{A5C94DAB-6C7D-4031-8B5E-ACBB67C76F65}" type="presParOf" srcId="{7D0CA87B-4F9D-476D-B935-B035274124F3}" destId="{C643470E-5685-4A7D-AD26-AEFF35F86B64}" srcOrd="3" destOrd="0" presId="urn:microsoft.com/office/officeart/2018/5/layout/IconCircleLabelList"/>
    <dgm:cxn modelId="{87B570B5-C9ED-463C-8426-89F7FACA5506}" type="presParOf" srcId="{605C1204-165A-4CB7-B36A-3EA6A5AE1864}" destId="{DEB22C51-A7A3-4F15-A922-B30135C7B61C}" srcOrd="5" destOrd="0" presId="urn:microsoft.com/office/officeart/2018/5/layout/IconCircleLabelList"/>
    <dgm:cxn modelId="{AE700851-ABC7-48C0-9296-A2F57A94A1C0}" type="presParOf" srcId="{605C1204-165A-4CB7-B36A-3EA6A5AE1864}" destId="{F843889D-71E7-4ADA-9A16-2FF100105F2B}" srcOrd="6" destOrd="0" presId="urn:microsoft.com/office/officeart/2018/5/layout/IconCircleLabelList"/>
    <dgm:cxn modelId="{54FB0D4C-CE79-48DF-A828-9D4F98590FBC}" type="presParOf" srcId="{F843889D-71E7-4ADA-9A16-2FF100105F2B}" destId="{126F0E00-5519-42A6-BB9C-7F947F55203F}" srcOrd="0" destOrd="0" presId="urn:microsoft.com/office/officeart/2018/5/layout/IconCircleLabelList"/>
    <dgm:cxn modelId="{27D45A71-B668-4161-AD30-3BF7F6C43E66}" type="presParOf" srcId="{F843889D-71E7-4ADA-9A16-2FF100105F2B}" destId="{194C62DC-21FA-42B6-8D76-81777BBE8719}" srcOrd="1" destOrd="0" presId="urn:microsoft.com/office/officeart/2018/5/layout/IconCircleLabelList"/>
    <dgm:cxn modelId="{1222DB49-EEA2-4783-BFDE-2B1328E1C175}" type="presParOf" srcId="{F843889D-71E7-4ADA-9A16-2FF100105F2B}" destId="{09AE539A-ABEE-4D13-887D-CFF8004FFD92}" srcOrd="2" destOrd="0" presId="urn:microsoft.com/office/officeart/2018/5/layout/IconCircleLabelList"/>
    <dgm:cxn modelId="{A18735F0-F28A-4DA0-816D-E68663A5C935}" type="presParOf" srcId="{F843889D-71E7-4ADA-9A16-2FF100105F2B}" destId="{AFAB844A-196E-444B-867F-E2242439C4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58A1998-B741-4B49-8834-3C95E5F1221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5784512-8567-422A-96BA-4A3BDF4AA5DC}">
      <dgm:prSet/>
      <dgm:spPr/>
      <dgm:t>
        <a:bodyPr/>
        <a:lstStyle/>
        <a:p>
          <a:pPr>
            <a:defRPr cap="all"/>
          </a:pPr>
          <a:r>
            <a:rPr lang="en-US" b="0" i="0"/>
            <a:t>Understand Windows Server architecture</a:t>
          </a:r>
          <a:endParaRPr lang="en-US"/>
        </a:p>
      </dgm:t>
    </dgm:pt>
    <dgm:pt modelId="{7D7B3A99-05C6-48CC-9409-EDCE56049B63}" type="parTrans" cxnId="{E3F65A82-D77C-451E-B849-B9417758A5C9}">
      <dgm:prSet/>
      <dgm:spPr/>
      <dgm:t>
        <a:bodyPr/>
        <a:lstStyle/>
        <a:p>
          <a:endParaRPr lang="en-US"/>
        </a:p>
      </dgm:t>
    </dgm:pt>
    <dgm:pt modelId="{21EF7170-B159-46A9-B539-098CA1A0D288}" type="sibTrans" cxnId="{E3F65A82-D77C-451E-B849-B9417758A5C9}">
      <dgm:prSet/>
      <dgm:spPr/>
      <dgm:t>
        <a:bodyPr/>
        <a:lstStyle/>
        <a:p>
          <a:endParaRPr lang="en-US"/>
        </a:p>
      </dgm:t>
    </dgm:pt>
    <dgm:pt modelId="{4EF25BC5-AA64-49F7-AB7A-09958AC8140D}">
      <dgm:prSet/>
      <dgm:spPr/>
      <dgm:t>
        <a:bodyPr/>
        <a:lstStyle/>
        <a:p>
          <a:pPr>
            <a:defRPr cap="all"/>
          </a:pPr>
          <a:r>
            <a:rPr lang="en-US" b="0" i="0"/>
            <a:t>Install and manage servers</a:t>
          </a:r>
          <a:endParaRPr lang="en-US"/>
        </a:p>
      </dgm:t>
    </dgm:pt>
    <dgm:pt modelId="{1B19C46D-7D65-48A4-B09D-45B86F6CC950}" type="parTrans" cxnId="{F1437B25-ABC1-4431-9E4D-99763190C28D}">
      <dgm:prSet/>
      <dgm:spPr/>
      <dgm:t>
        <a:bodyPr/>
        <a:lstStyle/>
        <a:p>
          <a:endParaRPr lang="en-US"/>
        </a:p>
      </dgm:t>
    </dgm:pt>
    <dgm:pt modelId="{EFEFE70B-6419-4A3D-8E16-0F5238C92FD9}" type="sibTrans" cxnId="{F1437B25-ABC1-4431-9E4D-99763190C28D}">
      <dgm:prSet/>
      <dgm:spPr/>
      <dgm:t>
        <a:bodyPr/>
        <a:lstStyle/>
        <a:p>
          <a:endParaRPr lang="en-US"/>
        </a:p>
      </dgm:t>
    </dgm:pt>
    <dgm:pt modelId="{703A0FEE-F3D7-4AEB-8A99-470D659F902C}">
      <dgm:prSet/>
      <dgm:spPr/>
      <dgm:t>
        <a:bodyPr/>
        <a:lstStyle/>
        <a:p>
          <a:pPr>
            <a:defRPr cap="all"/>
          </a:pPr>
          <a:r>
            <a:rPr lang="en-US" b="0" i="0"/>
            <a:t>Learn automation tools</a:t>
          </a:r>
          <a:endParaRPr lang="en-US"/>
        </a:p>
      </dgm:t>
    </dgm:pt>
    <dgm:pt modelId="{D8C39C02-0931-4738-A9FD-A85900BD76C5}" type="parTrans" cxnId="{69839B12-F8A8-4D0C-8F63-818BD5A31128}">
      <dgm:prSet/>
      <dgm:spPr/>
      <dgm:t>
        <a:bodyPr/>
        <a:lstStyle/>
        <a:p>
          <a:endParaRPr lang="en-US"/>
        </a:p>
      </dgm:t>
    </dgm:pt>
    <dgm:pt modelId="{86881818-0ADC-47FE-8DF2-85C9E345FD69}" type="sibTrans" cxnId="{69839B12-F8A8-4D0C-8F63-818BD5A31128}">
      <dgm:prSet/>
      <dgm:spPr/>
      <dgm:t>
        <a:bodyPr/>
        <a:lstStyle/>
        <a:p>
          <a:endParaRPr lang="en-US"/>
        </a:p>
      </dgm:t>
    </dgm:pt>
    <dgm:pt modelId="{E482A561-D1C6-4816-B800-B2F868AC7AF2}">
      <dgm:prSet/>
      <dgm:spPr/>
      <dgm:t>
        <a:bodyPr/>
        <a:lstStyle/>
        <a:p>
          <a:pPr>
            <a:defRPr cap="all"/>
          </a:pPr>
          <a:r>
            <a:rPr lang="en-US" b="0" i="0"/>
            <a:t>Develop professional IT discipline</a:t>
          </a:r>
          <a:endParaRPr lang="en-US"/>
        </a:p>
      </dgm:t>
    </dgm:pt>
    <dgm:pt modelId="{C2B47AF7-EC5C-4CE1-AB1F-B8DADAE3D7CD}" type="parTrans" cxnId="{35FB2A83-A53E-4A5C-925C-9631ACF8729B}">
      <dgm:prSet/>
      <dgm:spPr/>
      <dgm:t>
        <a:bodyPr/>
        <a:lstStyle/>
        <a:p>
          <a:endParaRPr lang="en-US"/>
        </a:p>
      </dgm:t>
    </dgm:pt>
    <dgm:pt modelId="{09ACDBAC-F80D-45F8-8621-317AF48B4743}" type="sibTrans" cxnId="{35FB2A83-A53E-4A5C-925C-9631ACF8729B}">
      <dgm:prSet/>
      <dgm:spPr/>
      <dgm:t>
        <a:bodyPr/>
        <a:lstStyle/>
        <a:p>
          <a:endParaRPr lang="en-US"/>
        </a:p>
      </dgm:t>
    </dgm:pt>
    <dgm:pt modelId="{9146BE48-35C9-43C8-9A8F-B96E8622DD04}" type="pres">
      <dgm:prSet presAssocID="{B58A1998-B741-4B49-8834-3C95E5F12219}" presName="root" presStyleCnt="0">
        <dgm:presLayoutVars>
          <dgm:dir/>
          <dgm:resizeHandles val="exact"/>
        </dgm:presLayoutVars>
      </dgm:prSet>
      <dgm:spPr/>
    </dgm:pt>
    <dgm:pt modelId="{67927DC9-5172-4F89-B50B-26067F3A2285}" type="pres">
      <dgm:prSet presAssocID="{D5784512-8567-422A-96BA-4A3BDF4AA5DC}" presName="compNode" presStyleCnt="0"/>
      <dgm:spPr/>
    </dgm:pt>
    <dgm:pt modelId="{0E233CF4-C120-488C-9764-8F98BAD83903}" type="pres">
      <dgm:prSet presAssocID="{D5784512-8567-422A-96BA-4A3BDF4AA5D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C0F2C27-E641-4D84-A217-086147B06789}" type="pres">
      <dgm:prSet presAssocID="{D5784512-8567-422A-96BA-4A3BDF4AA5D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8E992F9-5E3E-447A-8332-4476473633A2}" type="pres">
      <dgm:prSet presAssocID="{D5784512-8567-422A-96BA-4A3BDF4AA5DC}" presName="spaceRect" presStyleCnt="0"/>
      <dgm:spPr/>
    </dgm:pt>
    <dgm:pt modelId="{6464F951-7DEE-4BB6-B888-9188A8FBAABF}" type="pres">
      <dgm:prSet presAssocID="{D5784512-8567-422A-96BA-4A3BDF4AA5DC}" presName="textRect" presStyleLbl="revTx" presStyleIdx="0" presStyleCnt="4">
        <dgm:presLayoutVars>
          <dgm:chMax val="1"/>
          <dgm:chPref val="1"/>
        </dgm:presLayoutVars>
      </dgm:prSet>
      <dgm:spPr/>
    </dgm:pt>
    <dgm:pt modelId="{8A599472-1F85-4CEB-8363-973DA7B2D1A8}" type="pres">
      <dgm:prSet presAssocID="{21EF7170-B159-46A9-B539-098CA1A0D288}" presName="sibTrans" presStyleCnt="0"/>
      <dgm:spPr/>
    </dgm:pt>
    <dgm:pt modelId="{DA0E88FE-D183-4B59-859D-1723A418DCD9}" type="pres">
      <dgm:prSet presAssocID="{4EF25BC5-AA64-49F7-AB7A-09958AC8140D}" presName="compNode" presStyleCnt="0"/>
      <dgm:spPr/>
    </dgm:pt>
    <dgm:pt modelId="{24455FC8-6EB7-477A-BAC8-29B9B2DABBD1}" type="pres">
      <dgm:prSet presAssocID="{4EF25BC5-AA64-49F7-AB7A-09958AC8140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D2E2BA4-C220-4E8A-AEAD-2F02B5ED816F}" type="pres">
      <dgm:prSet presAssocID="{4EF25BC5-AA64-49F7-AB7A-09958AC814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9995CC3-14FF-432E-9051-4A0C8DAF2F39}" type="pres">
      <dgm:prSet presAssocID="{4EF25BC5-AA64-49F7-AB7A-09958AC8140D}" presName="spaceRect" presStyleCnt="0"/>
      <dgm:spPr/>
    </dgm:pt>
    <dgm:pt modelId="{7593DB1F-4687-4BD8-A7F4-F99A98A374A5}" type="pres">
      <dgm:prSet presAssocID="{4EF25BC5-AA64-49F7-AB7A-09958AC8140D}" presName="textRect" presStyleLbl="revTx" presStyleIdx="1" presStyleCnt="4">
        <dgm:presLayoutVars>
          <dgm:chMax val="1"/>
          <dgm:chPref val="1"/>
        </dgm:presLayoutVars>
      </dgm:prSet>
      <dgm:spPr/>
    </dgm:pt>
    <dgm:pt modelId="{9A7EC7B4-7372-4B26-9B13-0C5299EC078A}" type="pres">
      <dgm:prSet presAssocID="{EFEFE70B-6419-4A3D-8E16-0F5238C92FD9}" presName="sibTrans" presStyleCnt="0"/>
      <dgm:spPr/>
    </dgm:pt>
    <dgm:pt modelId="{8A062B81-CFA1-497F-A791-39513C5FD351}" type="pres">
      <dgm:prSet presAssocID="{703A0FEE-F3D7-4AEB-8A99-470D659F902C}" presName="compNode" presStyleCnt="0"/>
      <dgm:spPr/>
    </dgm:pt>
    <dgm:pt modelId="{F8394205-16EA-411A-812F-E78D03816F1F}" type="pres">
      <dgm:prSet presAssocID="{703A0FEE-F3D7-4AEB-8A99-470D659F902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3A56531-4A72-4F97-836F-AD16BF791894}" type="pres">
      <dgm:prSet presAssocID="{703A0FEE-F3D7-4AEB-8A99-470D659F902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63F9804-A23E-419E-8362-44063CC4368C}" type="pres">
      <dgm:prSet presAssocID="{703A0FEE-F3D7-4AEB-8A99-470D659F902C}" presName="spaceRect" presStyleCnt="0"/>
      <dgm:spPr/>
    </dgm:pt>
    <dgm:pt modelId="{33428700-6935-409B-B42A-14E3343ADC19}" type="pres">
      <dgm:prSet presAssocID="{703A0FEE-F3D7-4AEB-8A99-470D659F902C}" presName="textRect" presStyleLbl="revTx" presStyleIdx="2" presStyleCnt="4">
        <dgm:presLayoutVars>
          <dgm:chMax val="1"/>
          <dgm:chPref val="1"/>
        </dgm:presLayoutVars>
      </dgm:prSet>
      <dgm:spPr/>
    </dgm:pt>
    <dgm:pt modelId="{C7E20004-DAEF-4B39-9645-EA49AEFA62BE}" type="pres">
      <dgm:prSet presAssocID="{86881818-0ADC-47FE-8DF2-85C9E345FD69}" presName="sibTrans" presStyleCnt="0"/>
      <dgm:spPr/>
    </dgm:pt>
    <dgm:pt modelId="{8F0FF5A6-E56F-4826-B81F-69B89255E0A7}" type="pres">
      <dgm:prSet presAssocID="{E482A561-D1C6-4816-B800-B2F868AC7AF2}" presName="compNode" presStyleCnt="0"/>
      <dgm:spPr/>
    </dgm:pt>
    <dgm:pt modelId="{478AFFD8-E98C-4B4D-B1C6-674C04219B4F}" type="pres">
      <dgm:prSet presAssocID="{E482A561-D1C6-4816-B800-B2F868AC7AF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C45C34D-AC9A-4FC8-BCAB-433AFB9F8EEB}" type="pres">
      <dgm:prSet presAssocID="{E482A561-D1C6-4816-B800-B2F868AC7A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EE7D055-913C-4497-995E-CEE9074AD016}" type="pres">
      <dgm:prSet presAssocID="{E482A561-D1C6-4816-B800-B2F868AC7AF2}" presName="spaceRect" presStyleCnt="0"/>
      <dgm:spPr/>
    </dgm:pt>
    <dgm:pt modelId="{78B64F94-BBBE-4F47-A1E2-92F53CBA057B}" type="pres">
      <dgm:prSet presAssocID="{E482A561-D1C6-4816-B800-B2F868AC7A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839B12-F8A8-4D0C-8F63-818BD5A31128}" srcId="{B58A1998-B741-4B49-8834-3C95E5F12219}" destId="{703A0FEE-F3D7-4AEB-8A99-470D659F902C}" srcOrd="2" destOrd="0" parTransId="{D8C39C02-0931-4738-A9FD-A85900BD76C5}" sibTransId="{86881818-0ADC-47FE-8DF2-85C9E345FD69}"/>
    <dgm:cxn modelId="{F1437B25-ABC1-4431-9E4D-99763190C28D}" srcId="{B58A1998-B741-4B49-8834-3C95E5F12219}" destId="{4EF25BC5-AA64-49F7-AB7A-09958AC8140D}" srcOrd="1" destOrd="0" parTransId="{1B19C46D-7D65-48A4-B09D-45B86F6CC950}" sibTransId="{EFEFE70B-6419-4A3D-8E16-0F5238C92FD9}"/>
    <dgm:cxn modelId="{375DA455-1277-408A-9B78-2925F3FA0D26}" type="presOf" srcId="{B58A1998-B741-4B49-8834-3C95E5F12219}" destId="{9146BE48-35C9-43C8-9A8F-B96E8622DD04}" srcOrd="0" destOrd="0" presId="urn:microsoft.com/office/officeart/2018/5/layout/IconLeafLabelList"/>
    <dgm:cxn modelId="{E3F65A82-D77C-451E-B849-B9417758A5C9}" srcId="{B58A1998-B741-4B49-8834-3C95E5F12219}" destId="{D5784512-8567-422A-96BA-4A3BDF4AA5DC}" srcOrd="0" destOrd="0" parTransId="{7D7B3A99-05C6-48CC-9409-EDCE56049B63}" sibTransId="{21EF7170-B159-46A9-B539-098CA1A0D288}"/>
    <dgm:cxn modelId="{35FB2A83-A53E-4A5C-925C-9631ACF8729B}" srcId="{B58A1998-B741-4B49-8834-3C95E5F12219}" destId="{E482A561-D1C6-4816-B800-B2F868AC7AF2}" srcOrd="3" destOrd="0" parTransId="{C2B47AF7-EC5C-4CE1-AB1F-B8DADAE3D7CD}" sibTransId="{09ACDBAC-F80D-45F8-8621-317AF48B4743}"/>
    <dgm:cxn modelId="{060E5A8B-CF1D-4BC0-8C3D-40B46FCAC041}" type="presOf" srcId="{4EF25BC5-AA64-49F7-AB7A-09958AC8140D}" destId="{7593DB1F-4687-4BD8-A7F4-F99A98A374A5}" srcOrd="0" destOrd="0" presId="urn:microsoft.com/office/officeart/2018/5/layout/IconLeafLabelList"/>
    <dgm:cxn modelId="{BBE1CB99-1842-4E71-8B02-DCB0CAB75EC5}" type="presOf" srcId="{E482A561-D1C6-4816-B800-B2F868AC7AF2}" destId="{78B64F94-BBBE-4F47-A1E2-92F53CBA057B}" srcOrd="0" destOrd="0" presId="urn:microsoft.com/office/officeart/2018/5/layout/IconLeafLabelList"/>
    <dgm:cxn modelId="{23FE1CA2-62E9-4EF8-A403-D3F53273C830}" type="presOf" srcId="{D5784512-8567-422A-96BA-4A3BDF4AA5DC}" destId="{6464F951-7DEE-4BB6-B888-9188A8FBAABF}" srcOrd="0" destOrd="0" presId="urn:microsoft.com/office/officeart/2018/5/layout/IconLeafLabelList"/>
    <dgm:cxn modelId="{EACCC8E1-BC53-4423-ADBB-7F043661CE79}" type="presOf" srcId="{703A0FEE-F3D7-4AEB-8A99-470D659F902C}" destId="{33428700-6935-409B-B42A-14E3343ADC19}" srcOrd="0" destOrd="0" presId="urn:microsoft.com/office/officeart/2018/5/layout/IconLeafLabelList"/>
    <dgm:cxn modelId="{F826FE43-2376-4119-81F8-78A7F9DBAA7D}" type="presParOf" srcId="{9146BE48-35C9-43C8-9A8F-B96E8622DD04}" destId="{67927DC9-5172-4F89-B50B-26067F3A2285}" srcOrd="0" destOrd="0" presId="urn:microsoft.com/office/officeart/2018/5/layout/IconLeafLabelList"/>
    <dgm:cxn modelId="{7A0ED9C6-35EE-4722-B679-9164DEC74F2C}" type="presParOf" srcId="{67927DC9-5172-4F89-B50B-26067F3A2285}" destId="{0E233CF4-C120-488C-9764-8F98BAD83903}" srcOrd="0" destOrd="0" presId="urn:microsoft.com/office/officeart/2018/5/layout/IconLeafLabelList"/>
    <dgm:cxn modelId="{28472CDE-7731-4CB5-8885-3A925D43DF75}" type="presParOf" srcId="{67927DC9-5172-4F89-B50B-26067F3A2285}" destId="{6C0F2C27-E641-4D84-A217-086147B06789}" srcOrd="1" destOrd="0" presId="urn:microsoft.com/office/officeart/2018/5/layout/IconLeafLabelList"/>
    <dgm:cxn modelId="{41DA9064-36E2-44E0-B2F9-8608E91D77E6}" type="presParOf" srcId="{67927DC9-5172-4F89-B50B-26067F3A2285}" destId="{B8E992F9-5E3E-447A-8332-4476473633A2}" srcOrd="2" destOrd="0" presId="urn:microsoft.com/office/officeart/2018/5/layout/IconLeafLabelList"/>
    <dgm:cxn modelId="{E5EA1843-38D0-4BF4-9236-AF00F5F2584C}" type="presParOf" srcId="{67927DC9-5172-4F89-B50B-26067F3A2285}" destId="{6464F951-7DEE-4BB6-B888-9188A8FBAABF}" srcOrd="3" destOrd="0" presId="urn:microsoft.com/office/officeart/2018/5/layout/IconLeafLabelList"/>
    <dgm:cxn modelId="{B613BD4F-1935-4AC3-8E9A-C9D6262DE6C5}" type="presParOf" srcId="{9146BE48-35C9-43C8-9A8F-B96E8622DD04}" destId="{8A599472-1F85-4CEB-8363-973DA7B2D1A8}" srcOrd="1" destOrd="0" presId="urn:microsoft.com/office/officeart/2018/5/layout/IconLeafLabelList"/>
    <dgm:cxn modelId="{345E53CF-FAD4-4347-A6C4-340BDF716806}" type="presParOf" srcId="{9146BE48-35C9-43C8-9A8F-B96E8622DD04}" destId="{DA0E88FE-D183-4B59-859D-1723A418DCD9}" srcOrd="2" destOrd="0" presId="urn:microsoft.com/office/officeart/2018/5/layout/IconLeafLabelList"/>
    <dgm:cxn modelId="{8C2CEA33-4F45-45A7-986C-570186577209}" type="presParOf" srcId="{DA0E88FE-D183-4B59-859D-1723A418DCD9}" destId="{24455FC8-6EB7-477A-BAC8-29B9B2DABBD1}" srcOrd="0" destOrd="0" presId="urn:microsoft.com/office/officeart/2018/5/layout/IconLeafLabelList"/>
    <dgm:cxn modelId="{C7C63B3A-EFA0-469D-9238-7BD46D88C0E7}" type="presParOf" srcId="{DA0E88FE-D183-4B59-859D-1723A418DCD9}" destId="{ED2E2BA4-C220-4E8A-AEAD-2F02B5ED816F}" srcOrd="1" destOrd="0" presId="urn:microsoft.com/office/officeart/2018/5/layout/IconLeafLabelList"/>
    <dgm:cxn modelId="{971D4B4A-C1C6-446D-AE90-56A9E49FE38C}" type="presParOf" srcId="{DA0E88FE-D183-4B59-859D-1723A418DCD9}" destId="{29995CC3-14FF-432E-9051-4A0C8DAF2F39}" srcOrd="2" destOrd="0" presId="urn:microsoft.com/office/officeart/2018/5/layout/IconLeafLabelList"/>
    <dgm:cxn modelId="{67BA9848-35AE-42E0-ADD8-32132C4FA558}" type="presParOf" srcId="{DA0E88FE-D183-4B59-859D-1723A418DCD9}" destId="{7593DB1F-4687-4BD8-A7F4-F99A98A374A5}" srcOrd="3" destOrd="0" presId="urn:microsoft.com/office/officeart/2018/5/layout/IconLeafLabelList"/>
    <dgm:cxn modelId="{CD296BAE-F3C0-4CC6-9FEF-46BF12DABD05}" type="presParOf" srcId="{9146BE48-35C9-43C8-9A8F-B96E8622DD04}" destId="{9A7EC7B4-7372-4B26-9B13-0C5299EC078A}" srcOrd="3" destOrd="0" presId="urn:microsoft.com/office/officeart/2018/5/layout/IconLeafLabelList"/>
    <dgm:cxn modelId="{47DDC6AD-A510-41FA-8463-D96652DE2C8C}" type="presParOf" srcId="{9146BE48-35C9-43C8-9A8F-B96E8622DD04}" destId="{8A062B81-CFA1-497F-A791-39513C5FD351}" srcOrd="4" destOrd="0" presId="urn:microsoft.com/office/officeart/2018/5/layout/IconLeafLabelList"/>
    <dgm:cxn modelId="{3A1BB703-BB94-4279-BA30-C7D408890FC7}" type="presParOf" srcId="{8A062B81-CFA1-497F-A791-39513C5FD351}" destId="{F8394205-16EA-411A-812F-E78D03816F1F}" srcOrd="0" destOrd="0" presId="urn:microsoft.com/office/officeart/2018/5/layout/IconLeafLabelList"/>
    <dgm:cxn modelId="{0BEB6163-7AE6-46FF-93FB-A7374EA79E10}" type="presParOf" srcId="{8A062B81-CFA1-497F-A791-39513C5FD351}" destId="{F3A56531-4A72-4F97-836F-AD16BF791894}" srcOrd="1" destOrd="0" presId="urn:microsoft.com/office/officeart/2018/5/layout/IconLeafLabelList"/>
    <dgm:cxn modelId="{45E8FD2C-E3F1-4A4D-9049-AC2C8A536313}" type="presParOf" srcId="{8A062B81-CFA1-497F-A791-39513C5FD351}" destId="{763F9804-A23E-419E-8362-44063CC4368C}" srcOrd="2" destOrd="0" presId="urn:microsoft.com/office/officeart/2018/5/layout/IconLeafLabelList"/>
    <dgm:cxn modelId="{651A6D1A-0A01-4333-B375-A25993255166}" type="presParOf" srcId="{8A062B81-CFA1-497F-A791-39513C5FD351}" destId="{33428700-6935-409B-B42A-14E3343ADC19}" srcOrd="3" destOrd="0" presId="urn:microsoft.com/office/officeart/2018/5/layout/IconLeafLabelList"/>
    <dgm:cxn modelId="{F5F08C89-6137-4B89-B8DE-88D663ECAF21}" type="presParOf" srcId="{9146BE48-35C9-43C8-9A8F-B96E8622DD04}" destId="{C7E20004-DAEF-4B39-9645-EA49AEFA62BE}" srcOrd="5" destOrd="0" presId="urn:microsoft.com/office/officeart/2018/5/layout/IconLeafLabelList"/>
    <dgm:cxn modelId="{23D740CC-7770-401A-AF77-8A9F739AF5C0}" type="presParOf" srcId="{9146BE48-35C9-43C8-9A8F-B96E8622DD04}" destId="{8F0FF5A6-E56F-4826-B81F-69B89255E0A7}" srcOrd="6" destOrd="0" presId="urn:microsoft.com/office/officeart/2018/5/layout/IconLeafLabelList"/>
    <dgm:cxn modelId="{553681B1-06D3-410D-8204-890209D9C547}" type="presParOf" srcId="{8F0FF5A6-E56F-4826-B81F-69B89255E0A7}" destId="{478AFFD8-E98C-4B4D-B1C6-674C04219B4F}" srcOrd="0" destOrd="0" presId="urn:microsoft.com/office/officeart/2018/5/layout/IconLeafLabelList"/>
    <dgm:cxn modelId="{4A009B69-8642-4629-84D8-568A4DD5797F}" type="presParOf" srcId="{8F0FF5A6-E56F-4826-B81F-69B89255E0A7}" destId="{1C45C34D-AC9A-4FC8-BCAB-433AFB9F8EEB}" srcOrd="1" destOrd="0" presId="urn:microsoft.com/office/officeart/2018/5/layout/IconLeafLabelList"/>
    <dgm:cxn modelId="{BE9730C7-817C-45A5-B5E6-5C6B0B9D2751}" type="presParOf" srcId="{8F0FF5A6-E56F-4826-B81F-69B89255E0A7}" destId="{DEE7D055-913C-4497-995E-CEE9074AD016}" srcOrd="2" destOrd="0" presId="urn:microsoft.com/office/officeart/2018/5/layout/IconLeafLabelList"/>
    <dgm:cxn modelId="{F9CD2793-91E1-4C9E-8774-FE647EC4A2EE}" type="presParOf" srcId="{8F0FF5A6-E56F-4826-B81F-69B89255E0A7}" destId="{78B64F94-BBBE-4F47-A1E2-92F53CBA05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6555E5-0219-41F2-A0F9-1280101995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54143A-C87D-4269-8030-076D80573AA3}">
      <dgm:prSet/>
      <dgm:spPr/>
      <dgm:t>
        <a:bodyPr/>
        <a:lstStyle/>
        <a:p>
          <a:pPr>
            <a:defRPr cap="all"/>
          </a:pPr>
          <a:r>
            <a:rPr lang="en-US" b="0" i="0"/>
            <a:t>Theory + practical labs</a:t>
          </a:r>
          <a:endParaRPr lang="en-US"/>
        </a:p>
      </dgm:t>
    </dgm:pt>
    <dgm:pt modelId="{8B27C1F9-61FC-4AE3-9854-1DF75836B089}" type="parTrans" cxnId="{2E9C8BDD-35BD-4FEA-B1BF-A983A4C4DEF2}">
      <dgm:prSet/>
      <dgm:spPr/>
      <dgm:t>
        <a:bodyPr/>
        <a:lstStyle/>
        <a:p>
          <a:endParaRPr lang="en-US"/>
        </a:p>
      </dgm:t>
    </dgm:pt>
    <dgm:pt modelId="{F602E2B9-7B0F-4554-8E40-77A346384385}" type="sibTrans" cxnId="{2E9C8BDD-35BD-4FEA-B1BF-A983A4C4DEF2}">
      <dgm:prSet/>
      <dgm:spPr/>
      <dgm:t>
        <a:bodyPr/>
        <a:lstStyle/>
        <a:p>
          <a:endParaRPr lang="en-US"/>
        </a:p>
      </dgm:t>
    </dgm:pt>
    <dgm:pt modelId="{10F4E81A-7CDE-4796-B804-92E275B82CFD}">
      <dgm:prSet/>
      <dgm:spPr/>
      <dgm:t>
        <a:bodyPr/>
        <a:lstStyle/>
        <a:p>
          <a:pPr>
            <a:defRPr cap="all"/>
          </a:pPr>
          <a:r>
            <a:rPr lang="en-US" b="0" i="0"/>
            <a:t>Real-world server scenarios</a:t>
          </a:r>
          <a:endParaRPr lang="en-US"/>
        </a:p>
      </dgm:t>
    </dgm:pt>
    <dgm:pt modelId="{BC613312-7170-450E-B3C1-384633B58A25}" type="parTrans" cxnId="{40A1AFCC-953B-4ECD-BAC0-7C5C41F38FB5}">
      <dgm:prSet/>
      <dgm:spPr/>
      <dgm:t>
        <a:bodyPr/>
        <a:lstStyle/>
        <a:p>
          <a:endParaRPr lang="en-US"/>
        </a:p>
      </dgm:t>
    </dgm:pt>
    <dgm:pt modelId="{018314C6-B3A8-4B5C-A171-68CC8C07DF40}" type="sibTrans" cxnId="{40A1AFCC-953B-4ECD-BAC0-7C5C41F38FB5}">
      <dgm:prSet/>
      <dgm:spPr/>
      <dgm:t>
        <a:bodyPr/>
        <a:lstStyle/>
        <a:p>
          <a:endParaRPr lang="en-US"/>
        </a:p>
      </dgm:t>
    </dgm:pt>
    <dgm:pt modelId="{373C3AF9-ECE4-4CCB-920A-AA8ACC4EFD87}">
      <dgm:prSet/>
      <dgm:spPr/>
      <dgm:t>
        <a:bodyPr/>
        <a:lstStyle/>
        <a:p>
          <a:pPr>
            <a:defRPr cap="all"/>
          </a:pPr>
          <a:r>
            <a:rPr lang="en-US" b="0" i="0"/>
            <a:t>Hands-on exercises</a:t>
          </a:r>
          <a:endParaRPr lang="en-US"/>
        </a:p>
      </dgm:t>
    </dgm:pt>
    <dgm:pt modelId="{9E29D2F9-AAEE-4B45-A6A4-C7313F23D2CE}" type="parTrans" cxnId="{B0AFA73C-4DD7-4ABE-8B8B-36216E32B1F9}">
      <dgm:prSet/>
      <dgm:spPr/>
      <dgm:t>
        <a:bodyPr/>
        <a:lstStyle/>
        <a:p>
          <a:endParaRPr lang="en-US"/>
        </a:p>
      </dgm:t>
    </dgm:pt>
    <dgm:pt modelId="{460A36D5-D73C-483F-AC33-A122591990A5}" type="sibTrans" cxnId="{B0AFA73C-4DD7-4ABE-8B8B-36216E32B1F9}">
      <dgm:prSet/>
      <dgm:spPr/>
      <dgm:t>
        <a:bodyPr/>
        <a:lstStyle/>
        <a:p>
          <a:endParaRPr lang="en-US"/>
        </a:p>
      </dgm:t>
    </dgm:pt>
    <dgm:pt modelId="{31C4DD87-C393-4584-8E55-7AF6A9F6D072}">
      <dgm:prSet/>
      <dgm:spPr/>
      <dgm:t>
        <a:bodyPr/>
        <a:lstStyle/>
        <a:p>
          <a:pPr>
            <a:defRPr cap="all"/>
          </a:pPr>
          <a:r>
            <a:rPr lang="en-US" b="0" i="0"/>
            <a:t>Industry-focused learning</a:t>
          </a:r>
          <a:endParaRPr lang="en-US"/>
        </a:p>
      </dgm:t>
    </dgm:pt>
    <dgm:pt modelId="{8603B141-C4F8-4235-92DB-CD6A06B2D2EE}" type="parTrans" cxnId="{3E24B718-B466-400E-B6F9-333F494F602F}">
      <dgm:prSet/>
      <dgm:spPr/>
      <dgm:t>
        <a:bodyPr/>
        <a:lstStyle/>
        <a:p>
          <a:endParaRPr lang="en-US"/>
        </a:p>
      </dgm:t>
    </dgm:pt>
    <dgm:pt modelId="{B6A61D21-899E-4DBC-A420-D89A32A184ED}" type="sibTrans" cxnId="{3E24B718-B466-400E-B6F9-333F494F602F}">
      <dgm:prSet/>
      <dgm:spPr/>
      <dgm:t>
        <a:bodyPr/>
        <a:lstStyle/>
        <a:p>
          <a:endParaRPr lang="en-US"/>
        </a:p>
      </dgm:t>
    </dgm:pt>
    <dgm:pt modelId="{C6802FCF-7702-4166-9E9F-AA041CC2F189}" type="pres">
      <dgm:prSet presAssocID="{FB6555E5-0219-41F2-A0F9-128010199577}" presName="root" presStyleCnt="0">
        <dgm:presLayoutVars>
          <dgm:dir/>
          <dgm:resizeHandles val="exact"/>
        </dgm:presLayoutVars>
      </dgm:prSet>
      <dgm:spPr/>
    </dgm:pt>
    <dgm:pt modelId="{A5F374F2-D8CB-496E-8C47-B647E53A18E6}" type="pres">
      <dgm:prSet presAssocID="{0F54143A-C87D-4269-8030-076D80573AA3}" presName="compNode" presStyleCnt="0"/>
      <dgm:spPr/>
    </dgm:pt>
    <dgm:pt modelId="{26FC6B6E-AB18-48E7-80ED-551E21A655D9}" type="pres">
      <dgm:prSet presAssocID="{0F54143A-C87D-4269-8030-076D80573AA3}" presName="iconBgRect" presStyleLbl="bgShp" presStyleIdx="0" presStyleCnt="4"/>
      <dgm:spPr/>
    </dgm:pt>
    <dgm:pt modelId="{CB616DBB-33EB-416B-8FA8-190C0F9E0E0F}" type="pres">
      <dgm:prSet presAssocID="{0F54143A-C87D-4269-8030-076D80573A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0F23E17C-238C-4913-8C7A-52138F9401F3}" type="pres">
      <dgm:prSet presAssocID="{0F54143A-C87D-4269-8030-076D80573AA3}" presName="spaceRect" presStyleCnt="0"/>
      <dgm:spPr/>
    </dgm:pt>
    <dgm:pt modelId="{BFB02D50-48F5-4180-A4C3-C11B956475D0}" type="pres">
      <dgm:prSet presAssocID="{0F54143A-C87D-4269-8030-076D80573AA3}" presName="textRect" presStyleLbl="revTx" presStyleIdx="0" presStyleCnt="4">
        <dgm:presLayoutVars>
          <dgm:chMax val="1"/>
          <dgm:chPref val="1"/>
        </dgm:presLayoutVars>
      </dgm:prSet>
      <dgm:spPr/>
    </dgm:pt>
    <dgm:pt modelId="{42CB909F-4940-4603-B593-EC6919B5AA77}" type="pres">
      <dgm:prSet presAssocID="{F602E2B9-7B0F-4554-8E40-77A346384385}" presName="sibTrans" presStyleCnt="0"/>
      <dgm:spPr/>
    </dgm:pt>
    <dgm:pt modelId="{231E5C9A-9F12-4C59-80CB-0E0B365A4982}" type="pres">
      <dgm:prSet presAssocID="{10F4E81A-7CDE-4796-B804-92E275B82CFD}" presName="compNode" presStyleCnt="0"/>
      <dgm:spPr/>
    </dgm:pt>
    <dgm:pt modelId="{3BBDCC6D-2ED7-469F-8CD0-8DE8F5EB74C4}" type="pres">
      <dgm:prSet presAssocID="{10F4E81A-7CDE-4796-B804-92E275B82CFD}" presName="iconBgRect" presStyleLbl="bgShp" presStyleIdx="1" presStyleCnt="4"/>
      <dgm:spPr/>
    </dgm:pt>
    <dgm:pt modelId="{48E31CBE-105B-492F-A204-A87534D609FC}" type="pres">
      <dgm:prSet presAssocID="{10F4E81A-7CDE-4796-B804-92E275B82CF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36CD24C-A97A-4105-9ED1-EA52B68A3C4D}" type="pres">
      <dgm:prSet presAssocID="{10F4E81A-7CDE-4796-B804-92E275B82CFD}" presName="spaceRect" presStyleCnt="0"/>
      <dgm:spPr/>
    </dgm:pt>
    <dgm:pt modelId="{86DA5CFD-C0AC-4DF7-8683-E846CB83C435}" type="pres">
      <dgm:prSet presAssocID="{10F4E81A-7CDE-4796-B804-92E275B82CFD}" presName="textRect" presStyleLbl="revTx" presStyleIdx="1" presStyleCnt="4">
        <dgm:presLayoutVars>
          <dgm:chMax val="1"/>
          <dgm:chPref val="1"/>
        </dgm:presLayoutVars>
      </dgm:prSet>
      <dgm:spPr/>
    </dgm:pt>
    <dgm:pt modelId="{A55B1E61-0233-49D8-8F74-D6BE69639F3D}" type="pres">
      <dgm:prSet presAssocID="{018314C6-B3A8-4B5C-A171-68CC8C07DF40}" presName="sibTrans" presStyleCnt="0"/>
      <dgm:spPr/>
    </dgm:pt>
    <dgm:pt modelId="{A82FC619-3264-4C2B-B9B6-7450493A4C15}" type="pres">
      <dgm:prSet presAssocID="{373C3AF9-ECE4-4CCB-920A-AA8ACC4EFD87}" presName="compNode" presStyleCnt="0"/>
      <dgm:spPr/>
    </dgm:pt>
    <dgm:pt modelId="{661DC988-0FC4-4971-B464-8BAF35B8EA99}" type="pres">
      <dgm:prSet presAssocID="{373C3AF9-ECE4-4CCB-920A-AA8ACC4EFD87}" presName="iconBgRect" presStyleLbl="bgShp" presStyleIdx="2" presStyleCnt="4"/>
      <dgm:spPr/>
    </dgm:pt>
    <dgm:pt modelId="{710E43D2-DA35-4ED9-83EC-911F3C51F54C}" type="pres">
      <dgm:prSet presAssocID="{373C3AF9-ECE4-4CCB-920A-AA8ACC4EFD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DC0FABB0-053A-4018-AC97-380C9821D841}" type="pres">
      <dgm:prSet presAssocID="{373C3AF9-ECE4-4CCB-920A-AA8ACC4EFD87}" presName="spaceRect" presStyleCnt="0"/>
      <dgm:spPr/>
    </dgm:pt>
    <dgm:pt modelId="{9AA39271-82DD-4167-A75B-03A50D7F9C6D}" type="pres">
      <dgm:prSet presAssocID="{373C3AF9-ECE4-4CCB-920A-AA8ACC4EFD87}" presName="textRect" presStyleLbl="revTx" presStyleIdx="2" presStyleCnt="4">
        <dgm:presLayoutVars>
          <dgm:chMax val="1"/>
          <dgm:chPref val="1"/>
        </dgm:presLayoutVars>
      </dgm:prSet>
      <dgm:spPr/>
    </dgm:pt>
    <dgm:pt modelId="{9EB9B80C-DF48-4408-A1FD-82C04D9B437E}" type="pres">
      <dgm:prSet presAssocID="{460A36D5-D73C-483F-AC33-A122591990A5}" presName="sibTrans" presStyleCnt="0"/>
      <dgm:spPr/>
    </dgm:pt>
    <dgm:pt modelId="{CCB9B956-AE47-427E-AC14-CB445E6CD4EA}" type="pres">
      <dgm:prSet presAssocID="{31C4DD87-C393-4584-8E55-7AF6A9F6D072}" presName="compNode" presStyleCnt="0"/>
      <dgm:spPr/>
    </dgm:pt>
    <dgm:pt modelId="{0A4E6DE7-B05B-488B-BE68-A3A181F746F8}" type="pres">
      <dgm:prSet presAssocID="{31C4DD87-C393-4584-8E55-7AF6A9F6D072}" presName="iconBgRect" presStyleLbl="bgShp" presStyleIdx="3" presStyleCnt="4"/>
      <dgm:spPr/>
    </dgm:pt>
    <dgm:pt modelId="{2EF82870-58BB-4DC6-BDD7-8C25B00C81F5}" type="pres">
      <dgm:prSet presAssocID="{31C4DD87-C393-4584-8E55-7AF6A9F6D0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AC1286D-FCBD-4B6E-8ED4-446487207E8D}" type="pres">
      <dgm:prSet presAssocID="{31C4DD87-C393-4584-8E55-7AF6A9F6D072}" presName="spaceRect" presStyleCnt="0"/>
      <dgm:spPr/>
    </dgm:pt>
    <dgm:pt modelId="{C2E1FAF3-61B9-4798-A009-168C105802C8}" type="pres">
      <dgm:prSet presAssocID="{31C4DD87-C393-4584-8E55-7AF6A9F6D07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24B718-B466-400E-B6F9-333F494F602F}" srcId="{FB6555E5-0219-41F2-A0F9-128010199577}" destId="{31C4DD87-C393-4584-8E55-7AF6A9F6D072}" srcOrd="3" destOrd="0" parTransId="{8603B141-C4F8-4235-92DB-CD6A06B2D2EE}" sibTransId="{B6A61D21-899E-4DBC-A420-D89A32A184ED}"/>
    <dgm:cxn modelId="{3ED62C39-C69B-46A5-999D-8B19B4DFB67D}" type="presOf" srcId="{10F4E81A-7CDE-4796-B804-92E275B82CFD}" destId="{86DA5CFD-C0AC-4DF7-8683-E846CB83C435}" srcOrd="0" destOrd="0" presId="urn:microsoft.com/office/officeart/2018/5/layout/IconCircleLabelList"/>
    <dgm:cxn modelId="{B0AFA73C-4DD7-4ABE-8B8B-36216E32B1F9}" srcId="{FB6555E5-0219-41F2-A0F9-128010199577}" destId="{373C3AF9-ECE4-4CCB-920A-AA8ACC4EFD87}" srcOrd="2" destOrd="0" parTransId="{9E29D2F9-AAEE-4B45-A6A4-C7313F23D2CE}" sibTransId="{460A36D5-D73C-483F-AC33-A122591990A5}"/>
    <dgm:cxn modelId="{45BE964A-1FCD-44FE-89C1-70D04E828392}" type="presOf" srcId="{FB6555E5-0219-41F2-A0F9-128010199577}" destId="{C6802FCF-7702-4166-9E9F-AA041CC2F189}" srcOrd="0" destOrd="0" presId="urn:microsoft.com/office/officeart/2018/5/layout/IconCircleLabelList"/>
    <dgm:cxn modelId="{40A1AFCC-953B-4ECD-BAC0-7C5C41F38FB5}" srcId="{FB6555E5-0219-41F2-A0F9-128010199577}" destId="{10F4E81A-7CDE-4796-B804-92E275B82CFD}" srcOrd="1" destOrd="0" parTransId="{BC613312-7170-450E-B3C1-384633B58A25}" sibTransId="{018314C6-B3A8-4B5C-A171-68CC8C07DF40}"/>
    <dgm:cxn modelId="{5302B2D6-1B10-41A5-8436-290217726D2A}" type="presOf" srcId="{0F54143A-C87D-4269-8030-076D80573AA3}" destId="{BFB02D50-48F5-4180-A4C3-C11B956475D0}" srcOrd="0" destOrd="0" presId="urn:microsoft.com/office/officeart/2018/5/layout/IconCircleLabelList"/>
    <dgm:cxn modelId="{2E9C8BDD-35BD-4FEA-B1BF-A983A4C4DEF2}" srcId="{FB6555E5-0219-41F2-A0F9-128010199577}" destId="{0F54143A-C87D-4269-8030-076D80573AA3}" srcOrd="0" destOrd="0" parTransId="{8B27C1F9-61FC-4AE3-9854-1DF75836B089}" sibTransId="{F602E2B9-7B0F-4554-8E40-77A346384385}"/>
    <dgm:cxn modelId="{62BE4CE0-BD91-4FCF-ACA9-9198C740EE2E}" type="presOf" srcId="{31C4DD87-C393-4584-8E55-7AF6A9F6D072}" destId="{C2E1FAF3-61B9-4798-A009-168C105802C8}" srcOrd="0" destOrd="0" presId="urn:microsoft.com/office/officeart/2018/5/layout/IconCircleLabelList"/>
    <dgm:cxn modelId="{03B088F3-0810-460C-92E0-DA8F4FA8F506}" type="presOf" srcId="{373C3AF9-ECE4-4CCB-920A-AA8ACC4EFD87}" destId="{9AA39271-82DD-4167-A75B-03A50D7F9C6D}" srcOrd="0" destOrd="0" presId="urn:microsoft.com/office/officeart/2018/5/layout/IconCircleLabelList"/>
    <dgm:cxn modelId="{29FEDA5D-867E-4F5A-9A10-424AEF481E1B}" type="presParOf" srcId="{C6802FCF-7702-4166-9E9F-AA041CC2F189}" destId="{A5F374F2-D8CB-496E-8C47-B647E53A18E6}" srcOrd="0" destOrd="0" presId="urn:microsoft.com/office/officeart/2018/5/layout/IconCircleLabelList"/>
    <dgm:cxn modelId="{E6AB4838-A862-47EF-BD5A-5B6B2F875051}" type="presParOf" srcId="{A5F374F2-D8CB-496E-8C47-B647E53A18E6}" destId="{26FC6B6E-AB18-48E7-80ED-551E21A655D9}" srcOrd="0" destOrd="0" presId="urn:microsoft.com/office/officeart/2018/5/layout/IconCircleLabelList"/>
    <dgm:cxn modelId="{99E31628-D8BA-4280-B881-BBE5A009E07D}" type="presParOf" srcId="{A5F374F2-D8CB-496E-8C47-B647E53A18E6}" destId="{CB616DBB-33EB-416B-8FA8-190C0F9E0E0F}" srcOrd="1" destOrd="0" presId="urn:microsoft.com/office/officeart/2018/5/layout/IconCircleLabelList"/>
    <dgm:cxn modelId="{33E4ABAF-F3BF-411B-A8CD-1560894E2791}" type="presParOf" srcId="{A5F374F2-D8CB-496E-8C47-B647E53A18E6}" destId="{0F23E17C-238C-4913-8C7A-52138F9401F3}" srcOrd="2" destOrd="0" presId="urn:microsoft.com/office/officeart/2018/5/layout/IconCircleLabelList"/>
    <dgm:cxn modelId="{B0F959B6-9A7F-47DC-9AEF-26DF1E8448F3}" type="presParOf" srcId="{A5F374F2-D8CB-496E-8C47-B647E53A18E6}" destId="{BFB02D50-48F5-4180-A4C3-C11B956475D0}" srcOrd="3" destOrd="0" presId="urn:microsoft.com/office/officeart/2018/5/layout/IconCircleLabelList"/>
    <dgm:cxn modelId="{F790C7AF-3F5E-4F4B-B122-4336C7ABBC98}" type="presParOf" srcId="{C6802FCF-7702-4166-9E9F-AA041CC2F189}" destId="{42CB909F-4940-4603-B593-EC6919B5AA77}" srcOrd="1" destOrd="0" presId="urn:microsoft.com/office/officeart/2018/5/layout/IconCircleLabelList"/>
    <dgm:cxn modelId="{FE793A0F-E30F-4BC2-92EE-74DABFB4E35B}" type="presParOf" srcId="{C6802FCF-7702-4166-9E9F-AA041CC2F189}" destId="{231E5C9A-9F12-4C59-80CB-0E0B365A4982}" srcOrd="2" destOrd="0" presId="urn:microsoft.com/office/officeart/2018/5/layout/IconCircleLabelList"/>
    <dgm:cxn modelId="{D7DD1CE0-5216-4CC3-A3A1-FF8C73120CC8}" type="presParOf" srcId="{231E5C9A-9F12-4C59-80CB-0E0B365A4982}" destId="{3BBDCC6D-2ED7-469F-8CD0-8DE8F5EB74C4}" srcOrd="0" destOrd="0" presId="urn:microsoft.com/office/officeart/2018/5/layout/IconCircleLabelList"/>
    <dgm:cxn modelId="{2BB3B710-FB7B-4855-8767-BDBCB3B9D712}" type="presParOf" srcId="{231E5C9A-9F12-4C59-80CB-0E0B365A4982}" destId="{48E31CBE-105B-492F-A204-A87534D609FC}" srcOrd="1" destOrd="0" presId="urn:microsoft.com/office/officeart/2018/5/layout/IconCircleLabelList"/>
    <dgm:cxn modelId="{0BFF0F08-B7D3-4CE6-930A-0756EC1CF301}" type="presParOf" srcId="{231E5C9A-9F12-4C59-80CB-0E0B365A4982}" destId="{D36CD24C-A97A-4105-9ED1-EA52B68A3C4D}" srcOrd="2" destOrd="0" presId="urn:microsoft.com/office/officeart/2018/5/layout/IconCircleLabelList"/>
    <dgm:cxn modelId="{D7C32613-57EF-4B7F-9C35-F77153F11DE5}" type="presParOf" srcId="{231E5C9A-9F12-4C59-80CB-0E0B365A4982}" destId="{86DA5CFD-C0AC-4DF7-8683-E846CB83C435}" srcOrd="3" destOrd="0" presId="urn:microsoft.com/office/officeart/2018/5/layout/IconCircleLabelList"/>
    <dgm:cxn modelId="{B244F125-FFC9-44C0-A309-5CC8C3AC0CDD}" type="presParOf" srcId="{C6802FCF-7702-4166-9E9F-AA041CC2F189}" destId="{A55B1E61-0233-49D8-8F74-D6BE69639F3D}" srcOrd="3" destOrd="0" presId="urn:microsoft.com/office/officeart/2018/5/layout/IconCircleLabelList"/>
    <dgm:cxn modelId="{AB85F4F3-83C6-4D4D-8EFB-AC68C627CA2D}" type="presParOf" srcId="{C6802FCF-7702-4166-9E9F-AA041CC2F189}" destId="{A82FC619-3264-4C2B-B9B6-7450493A4C15}" srcOrd="4" destOrd="0" presId="urn:microsoft.com/office/officeart/2018/5/layout/IconCircleLabelList"/>
    <dgm:cxn modelId="{936DA084-16CA-4098-B628-FBB42AE087C4}" type="presParOf" srcId="{A82FC619-3264-4C2B-B9B6-7450493A4C15}" destId="{661DC988-0FC4-4971-B464-8BAF35B8EA99}" srcOrd="0" destOrd="0" presId="urn:microsoft.com/office/officeart/2018/5/layout/IconCircleLabelList"/>
    <dgm:cxn modelId="{BA6576A4-1EDD-46BD-9D92-80438116DC09}" type="presParOf" srcId="{A82FC619-3264-4C2B-B9B6-7450493A4C15}" destId="{710E43D2-DA35-4ED9-83EC-911F3C51F54C}" srcOrd="1" destOrd="0" presId="urn:microsoft.com/office/officeart/2018/5/layout/IconCircleLabelList"/>
    <dgm:cxn modelId="{765699D6-BB91-4124-8EBB-66FF45C02A5D}" type="presParOf" srcId="{A82FC619-3264-4C2B-B9B6-7450493A4C15}" destId="{DC0FABB0-053A-4018-AC97-380C9821D841}" srcOrd="2" destOrd="0" presId="urn:microsoft.com/office/officeart/2018/5/layout/IconCircleLabelList"/>
    <dgm:cxn modelId="{BDA4CBBE-B729-40CB-9C4A-FB2CABC92F93}" type="presParOf" srcId="{A82FC619-3264-4C2B-B9B6-7450493A4C15}" destId="{9AA39271-82DD-4167-A75B-03A50D7F9C6D}" srcOrd="3" destOrd="0" presId="urn:microsoft.com/office/officeart/2018/5/layout/IconCircleLabelList"/>
    <dgm:cxn modelId="{B88F0FDA-56E1-4A17-AAD7-E0724B9553D0}" type="presParOf" srcId="{C6802FCF-7702-4166-9E9F-AA041CC2F189}" destId="{9EB9B80C-DF48-4408-A1FD-82C04D9B437E}" srcOrd="5" destOrd="0" presId="urn:microsoft.com/office/officeart/2018/5/layout/IconCircleLabelList"/>
    <dgm:cxn modelId="{D000D47E-3CEA-40BC-967E-EE292D61886A}" type="presParOf" srcId="{C6802FCF-7702-4166-9E9F-AA041CC2F189}" destId="{CCB9B956-AE47-427E-AC14-CB445E6CD4EA}" srcOrd="6" destOrd="0" presId="urn:microsoft.com/office/officeart/2018/5/layout/IconCircleLabelList"/>
    <dgm:cxn modelId="{57F215AA-1CC8-471F-AEB5-75AFC8851866}" type="presParOf" srcId="{CCB9B956-AE47-427E-AC14-CB445E6CD4EA}" destId="{0A4E6DE7-B05B-488B-BE68-A3A181F746F8}" srcOrd="0" destOrd="0" presId="urn:microsoft.com/office/officeart/2018/5/layout/IconCircleLabelList"/>
    <dgm:cxn modelId="{838CED27-6AE3-47CF-826E-F4E2C4BECAD4}" type="presParOf" srcId="{CCB9B956-AE47-427E-AC14-CB445E6CD4EA}" destId="{2EF82870-58BB-4DC6-BDD7-8C25B00C81F5}" srcOrd="1" destOrd="0" presId="urn:microsoft.com/office/officeart/2018/5/layout/IconCircleLabelList"/>
    <dgm:cxn modelId="{18772268-D2BD-47B8-961F-9224D7B87C42}" type="presParOf" srcId="{CCB9B956-AE47-427E-AC14-CB445E6CD4EA}" destId="{9AC1286D-FCBD-4B6E-8ED4-446487207E8D}" srcOrd="2" destOrd="0" presId="urn:microsoft.com/office/officeart/2018/5/layout/IconCircleLabelList"/>
    <dgm:cxn modelId="{8676F035-DACB-4D65-ABC4-01B0750DB115}" type="presParOf" srcId="{CCB9B956-AE47-427E-AC14-CB445E6CD4EA}" destId="{C2E1FAF3-61B9-4798-A009-168C105802C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1E6A68-9E6C-45B3-A37D-8F7FDE1BDB22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E4E6A5-F342-45C7-BB35-C5E7A6183685}">
      <dgm:prSet/>
      <dgm:spPr/>
      <dgm:t>
        <a:bodyPr/>
        <a:lstStyle/>
        <a:p>
          <a:r>
            <a:rPr lang="en-US" b="0" i="0"/>
            <a:t>Roles: System Admin, Network Engineer, IT Support Engineer</a:t>
          </a:r>
          <a:endParaRPr lang="en-US"/>
        </a:p>
      </dgm:t>
    </dgm:pt>
    <dgm:pt modelId="{25DE3613-5C03-4764-9AA0-41D830EE81FE}" type="parTrans" cxnId="{67A204E5-8377-4146-9C4C-23AEA354AE44}">
      <dgm:prSet/>
      <dgm:spPr/>
      <dgm:t>
        <a:bodyPr/>
        <a:lstStyle/>
        <a:p>
          <a:endParaRPr lang="en-US"/>
        </a:p>
      </dgm:t>
    </dgm:pt>
    <dgm:pt modelId="{CDEA61C6-5AAB-45D4-8C2E-58C9028560BF}" type="sibTrans" cxnId="{67A204E5-8377-4146-9C4C-23AEA354AE44}">
      <dgm:prSet/>
      <dgm:spPr/>
      <dgm:t>
        <a:bodyPr/>
        <a:lstStyle/>
        <a:p>
          <a:endParaRPr lang="en-US"/>
        </a:p>
      </dgm:t>
    </dgm:pt>
    <dgm:pt modelId="{85F2A5FE-3948-4980-9E44-22F314D3C54E}">
      <dgm:prSet/>
      <dgm:spPr/>
      <dgm:t>
        <a:bodyPr/>
        <a:lstStyle/>
        <a:p>
          <a:r>
            <a:rPr lang="en-US" b="0" i="0"/>
            <a:t>Demand in corporate offices, ISPs, data centers</a:t>
          </a:r>
          <a:endParaRPr lang="en-US"/>
        </a:p>
      </dgm:t>
    </dgm:pt>
    <dgm:pt modelId="{0A540B31-B4A2-46B3-A546-C60329341054}" type="parTrans" cxnId="{F26D085A-B48A-4CDF-96ED-66AD4B0A8226}">
      <dgm:prSet/>
      <dgm:spPr/>
      <dgm:t>
        <a:bodyPr/>
        <a:lstStyle/>
        <a:p>
          <a:endParaRPr lang="en-US"/>
        </a:p>
      </dgm:t>
    </dgm:pt>
    <dgm:pt modelId="{D627E67F-6540-47BD-BDFE-FF679176D715}" type="sibTrans" cxnId="{F26D085A-B48A-4CDF-96ED-66AD4B0A8226}">
      <dgm:prSet/>
      <dgm:spPr/>
      <dgm:t>
        <a:bodyPr/>
        <a:lstStyle/>
        <a:p>
          <a:endParaRPr lang="en-US"/>
        </a:p>
      </dgm:t>
    </dgm:pt>
    <dgm:pt modelId="{1C9AF5C0-75CC-4C46-85CD-3794952B84A3}">
      <dgm:prSet/>
      <dgm:spPr/>
      <dgm:t>
        <a:bodyPr/>
        <a:lstStyle/>
        <a:p>
          <a:r>
            <a:rPr lang="en-US" b="0" i="0"/>
            <a:t>Remote and freelance opportunities</a:t>
          </a:r>
          <a:endParaRPr lang="en-US"/>
        </a:p>
      </dgm:t>
    </dgm:pt>
    <dgm:pt modelId="{19BC8F11-B1F0-4FD3-BA2D-6B56906135E0}" type="parTrans" cxnId="{F25BA9CA-724E-42D8-9F05-ED90AF0822B9}">
      <dgm:prSet/>
      <dgm:spPr/>
      <dgm:t>
        <a:bodyPr/>
        <a:lstStyle/>
        <a:p>
          <a:endParaRPr lang="en-US"/>
        </a:p>
      </dgm:t>
    </dgm:pt>
    <dgm:pt modelId="{18AEEAC9-7F33-437E-A783-51D30C3FBA39}" type="sibTrans" cxnId="{F25BA9CA-724E-42D8-9F05-ED90AF0822B9}">
      <dgm:prSet/>
      <dgm:spPr/>
      <dgm:t>
        <a:bodyPr/>
        <a:lstStyle/>
        <a:p>
          <a:endParaRPr lang="en-US"/>
        </a:p>
      </dgm:t>
    </dgm:pt>
    <dgm:pt modelId="{BBE39F4E-F84E-462E-8889-F978588ACBFC}">
      <dgm:prSet/>
      <dgm:spPr/>
      <dgm:t>
        <a:bodyPr/>
        <a:lstStyle/>
        <a:p>
          <a:r>
            <a:rPr lang="en-US" b="0" i="0"/>
            <a:t>Example: Companies outsource server management.</a:t>
          </a:r>
          <a:endParaRPr lang="en-US"/>
        </a:p>
      </dgm:t>
    </dgm:pt>
    <dgm:pt modelId="{FFF070DA-C37F-4E4F-A365-760966FC003D}" type="parTrans" cxnId="{9E39CBA8-3EBE-4BE2-B5EA-4C4EE9FB435F}">
      <dgm:prSet/>
      <dgm:spPr/>
      <dgm:t>
        <a:bodyPr/>
        <a:lstStyle/>
        <a:p>
          <a:endParaRPr lang="en-US"/>
        </a:p>
      </dgm:t>
    </dgm:pt>
    <dgm:pt modelId="{5E4A2D89-8059-4396-99AB-83F207A317EB}" type="sibTrans" cxnId="{9E39CBA8-3EBE-4BE2-B5EA-4C4EE9FB435F}">
      <dgm:prSet/>
      <dgm:spPr/>
      <dgm:t>
        <a:bodyPr/>
        <a:lstStyle/>
        <a:p>
          <a:endParaRPr lang="en-US"/>
        </a:p>
      </dgm:t>
    </dgm:pt>
    <dgm:pt modelId="{B10490B7-2922-4463-AEF5-B9FCC376693B}" type="pres">
      <dgm:prSet presAssocID="{9A1E6A68-9E6C-45B3-A37D-8F7FDE1BDB22}" presName="matrix" presStyleCnt="0">
        <dgm:presLayoutVars>
          <dgm:chMax val="1"/>
          <dgm:dir/>
          <dgm:resizeHandles val="exact"/>
        </dgm:presLayoutVars>
      </dgm:prSet>
      <dgm:spPr/>
    </dgm:pt>
    <dgm:pt modelId="{E9298D9D-15C4-4732-83C4-3019C8A52A72}" type="pres">
      <dgm:prSet presAssocID="{9A1E6A68-9E6C-45B3-A37D-8F7FDE1BDB22}" presName="diamond" presStyleLbl="bgShp" presStyleIdx="0" presStyleCnt="1"/>
      <dgm:spPr/>
    </dgm:pt>
    <dgm:pt modelId="{95C517CB-CDDD-4F52-ADBD-E26CBD7AEE87}" type="pres">
      <dgm:prSet presAssocID="{9A1E6A68-9E6C-45B3-A37D-8F7FDE1BDB2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0D03451-56F1-4740-9820-95FEF7BF2A32}" type="pres">
      <dgm:prSet presAssocID="{9A1E6A68-9E6C-45B3-A37D-8F7FDE1BDB2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97A726-9575-4FEE-92D4-6C9CEE99A006}" type="pres">
      <dgm:prSet presAssocID="{9A1E6A68-9E6C-45B3-A37D-8F7FDE1BDB2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D1253DB-ED39-4A6B-97FB-36820782D22F}" type="pres">
      <dgm:prSet presAssocID="{9A1E6A68-9E6C-45B3-A37D-8F7FDE1BDB2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7DC40C-159E-4E7A-A3F6-7E3ACD01F973}" type="presOf" srcId="{9A1E6A68-9E6C-45B3-A37D-8F7FDE1BDB22}" destId="{B10490B7-2922-4463-AEF5-B9FCC376693B}" srcOrd="0" destOrd="0" presId="urn:microsoft.com/office/officeart/2005/8/layout/matrix3"/>
    <dgm:cxn modelId="{CED0246E-E2C8-4882-9206-13A534E8160C}" type="presOf" srcId="{1C9AF5C0-75CC-4C46-85CD-3794952B84A3}" destId="{7297A726-9575-4FEE-92D4-6C9CEE99A006}" srcOrd="0" destOrd="0" presId="urn:microsoft.com/office/officeart/2005/8/layout/matrix3"/>
    <dgm:cxn modelId="{8F17466E-1343-4544-BCCC-E007173D7D08}" type="presOf" srcId="{BBE39F4E-F84E-462E-8889-F978588ACBFC}" destId="{AD1253DB-ED39-4A6B-97FB-36820782D22F}" srcOrd="0" destOrd="0" presId="urn:microsoft.com/office/officeart/2005/8/layout/matrix3"/>
    <dgm:cxn modelId="{14566854-BD28-46C0-B0EB-16249DDB833E}" type="presOf" srcId="{85F2A5FE-3948-4980-9E44-22F314D3C54E}" destId="{A0D03451-56F1-4740-9820-95FEF7BF2A32}" srcOrd="0" destOrd="0" presId="urn:microsoft.com/office/officeart/2005/8/layout/matrix3"/>
    <dgm:cxn modelId="{C4439879-DD16-4593-AA12-879FBF36A3CF}" type="presOf" srcId="{3FE4E6A5-F342-45C7-BB35-C5E7A6183685}" destId="{95C517CB-CDDD-4F52-ADBD-E26CBD7AEE87}" srcOrd="0" destOrd="0" presId="urn:microsoft.com/office/officeart/2005/8/layout/matrix3"/>
    <dgm:cxn modelId="{F26D085A-B48A-4CDF-96ED-66AD4B0A8226}" srcId="{9A1E6A68-9E6C-45B3-A37D-8F7FDE1BDB22}" destId="{85F2A5FE-3948-4980-9E44-22F314D3C54E}" srcOrd="1" destOrd="0" parTransId="{0A540B31-B4A2-46B3-A546-C60329341054}" sibTransId="{D627E67F-6540-47BD-BDFE-FF679176D715}"/>
    <dgm:cxn modelId="{9E39CBA8-3EBE-4BE2-B5EA-4C4EE9FB435F}" srcId="{9A1E6A68-9E6C-45B3-A37D-8F7FDE1BDB22}" destId="{BBE39F4E-F84E-462E-8889-F978588ACBFC}" srcOrd="3" destOrd="0" parTransId="{FFF070DA-C37F-4E4F-A365-760966FC003D}" sibTransId="{5E4A2D89-8059-4396-99AB-83F207A317EB}"/>
    <dgm:cxn modelId="{F25BA9CA-724E-42D8-9F05-ED90AF0822B9}" srcId="{9A1E6A68-9E6C-45B3-A37D-8F7FDE1BDB22}" destId="{1C9AF5C0-75CC-4C46-85CD-3794952B84A3}" srcOrd="2" destOrd="0" parTransId="{19BC8F11-B1F0-4FD3-BA2D-6B56906135E0}" sibTransId="{18AEEAC9-7F33-437E-A783-51D30C3FBA39}"/>
    <dgm:cxn modelId="{67A204E5-8377-4146-9C4C-23AEA354AE44}" srcId="{9A1E6A68-9E6C-45B3-A37D-8F7FDE1BDB22}" destId="{3FE4E6A5-F342-45C7-BB35-C5E7A6183685}" srcOrd="0" destOrd="0" parTransId="{25DE3613-5C03-4764-9AA0-41D830EE81FE}" sibTransId="{CDEA61C6-5AAB-45D4-8C2E-58C9028560BF}"/>
    <dgm:cxn modelId="{512DC5C0-3092-4C46-A94E-2E9399B8BC93}" type="presParOf" srcId="{B10490B7-2922-4463-AEF5-B9FCC376693B}" destId="{E9298D9D-15C4-4732-83C4-3019C8A52A72}" srcOrd="0" destOrd="0" presId="urn:microsoft.com/office/officeart/2005/8/layout/matrix3"/>
    <dgm:cxn modelId="{6E8C9B3F-F5FE-4BCF-9EFB-1799E40A4D40}" type="presParOf" srcId="{B10490B7-2922-4463-AEF5-B9FCC376693B}" destId="{95C517CB-CDDD-4F52-ADBD-E26CBD7AEE87}" srcOrd="1" destOrd="0" presId="urn:microsoft.com/office/officeart/2005/8/layout/matrix3"/>
    <dgm:cxn modelId="{EB7134BE-8FAE-4EAD-BEDC-6CC9949CE473}" type="presParOf" srcId="{B10490B7-2922-4463-AEF5-B9FCC376693B}" destId="{A0D03451-56F1-4740-9820-95FEF7BF2A32}" srcOrd="2" destOrd="0" presId="urn:microsoft.com/office/officeart/2005/8/layout/matrix3"/>
    <dgm:cxn modelId="{09443E3D-2F60-48F3-952A-BE2062CA61B1}" type="presParOf" srcId="{B10490B7-2922-4463-AEF5-B9FCC376693B}" destId="{7297A726-9575-4FEE-92D4-6C9CEE99A006}" srcOrd="3" destOrd="0" presId="urn:microsoft.com/office/officeart/2005/8/layout/matrix3"/>
    <dgm:cxn modelId="{29073006-A18E-4630-A15E-0285B80E0EF0}" type="presParOf" srcId="{B10490B7-2922-4463-AEF5-B9FCC376693B}" destId="{AD1253DB-ED39-4A6B-97FB-36820782D22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4233BB-94FA-429D-B1FC-AA54F63BC3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B23358-9F86-4473-BE5D-9BA643EA9F4C}">
      <dgm:prSet/>
      <dgm:spPr/>
      <dgm:t>
        <a:bodyPr/>
        <a:lstStyle/>
        <a:p>
          <a:r>
            <a:rPr lang="en-US" b="0" i="0"/>
            <a:t>Entry level: IT support</a:t>
          </a:r>
          <a:endParaRPr lang="en-US"/>
        </a:p>
      </dgm:t>
    </dgm:pt>
    <dgm:pt modelId="{78C82FA6-1B00-4D39-AD80-A0C4D3F7063C}" type="parTrans" cxnId="{5DFA1249-8791-443B-9AF6-60D36CDB11EB}">
      <dgm:prSet/>
      <dgm:spPr/>
      <dgm:t>
        <a:bodyPr/>
        <a:lstStyle/>
        <a:p>
          <a:endParaRPr lang="en-US"/>
        </a:p>
      </dgm:t>
    </dgm:pt>
    <dgm:pt modelId="{5DF537B4-03BE-4396-818E-9FE43FD17E1C}" type="sibTrans" cxnId="{5DFA1249-8791-443B-9AF6-60D36CDB11EB}">
      <dgm:prSet/>
      <dgm:spPr/>
      <dgm:t>
        <a:bodyPr/>
        <a:lstStyle/>
        <a:p>
          <a:endParaRPr lang="en-US"/>
        </a:p>
      </dgm:t>
    </dgm:pt>
    <dgm:pt modelId="{84C37C93-9BBD-4C1C-8832-222656DF0792}">
      <dgm:prSet/>
      <dgm:spPr/>
      <dgm:t>
        <a:bodyPr/>
        <a:lstStyle/>
        <a:p>
          <a:r>
            <a:rPr lang="en-US" b="0" i="0"/>
            <a:t>Mid level: System administrator</a:t>
          </a:r>
          <a:endParaRPr lang="en-US"/>
        </a:p>
      </dgm:t>
    </dgm:pt>
    <dgm:pt modelId="{A1C1669C-2329-4745-9721-FB59B174B26D}" type="parTrans" cxnId="{FFB446D5-2FDD-403E-9381-FEFA78C80A48}">
      <dgm:prSet/>
      <dgm:spPr/>
      <dgm:t>
        <a:bodyPr/>
        <a:lstStyle/>
        <a:p>
          <a:endParaRPr lang="en-US"/>
        </a:p>
      </dgm:t>
    </dgm:pt>
    <dgm:pt modelId="{606F34DE-BCD3-42F9-AC48-993603B03507}" type="sibTrans" cxnId="{FFB446D5-2FDD-403E-9381-FEFA78C80A48}">
      <dgm:prSet/>
      <dgm:spPr/>
      <dgm:t>
        <a:bodyPr/>
        <a:lstStyle/>
        <a:p>
          <a:endParaRPr lang="en-US"/>
        </a:p>
      </dgm:t>
    </dgm:pt>
    <dgm:pt modelId="{9ADAC2A1-003D-4CFC-BE82-C5BFF2127DFE}">
      <dgm:prSet/>
      <dgm:spPr/>
      <dgm:t>
        <a:bodyPr/>
        <a:lstStyle/>
        <a:p>
          <a:r>
            <a:rPr lang="en-US" b="0" i="0"/>
            <a:t>Advanced: Infrastructure architect</a:t>
          </a:r>
          <a:endParaRPr lang="en-US"/>
        </a:p>
      </dgm:t>
    </dgm:pt>
    <dgm:pt modelId="{6FB79553-AB19-43EE-9D9E-78EEEE9B14CB}" type="parTrans" cxnId="{0C0DB01C-B10B-458A-AA6D-7F4A7C55562A}">
      <dgm:prSet/>
      <dgm:spPr/>
      <dgm:t>
        <a:bodyPr/>
        <a:lstStyle/>
        <a:p>
          <a:endParaRPr lang="en-US"/>
        </a:p>
      </dgm:t>
    </dgm:pt>
    <dgm:pt modelId="{D036AAA6-14BE-4215-A6CE-78645EF10D44}" type="sibTrans" cxnId="{0C0DB01C-B10B-458A-AA6D-7F4A7C55562A}">
      <dgm:prSet/>
      <dgm:spPr/>
      <dgm:t>
        <a:bodyPr/>
        <a:lstStyle/>
        <a:p>
          <a:endParaRPr lang="en-US"/>
        </a:p>
      </dgm:t>
    </dgm:pt>
    <dgm:pt modelId="{83DE7F31-08B1-4EC8-8380-ED9E0624FC66}">
      <dgm:prSet/>
      <dgm:spPr/>
      <dgm:t>
        <a:bodyPr/>
        <a:lstStyle/>
        <a:p>
          <a:r>
            <a:rPr lang="en-US" b="0" i="0"/>
            <a:t>Cloud specialization increases income</a:t>
          </a:r>
          <a:endParaRPr lang="en-US"/>
        </a:p>
      </dgm:t>
    </dgm:pt>
    <dgm:pt modelId="{BE0100B6-4882-4EEE-8F94-36848774C7E2}" type="parTrans" cxnId="{140A0DD7-9105-4B8E-B82D-DB218633EDD3}">
      <dgm:prSet/>
      <dgm:spPr/>
      <dgm:t>
        <a:bodyPr/>
        <a:lstStyle/>
        <a:p>
          <a:endParaRPr lang="en-US"/>
        </a:p>
      </dgm:t>
    </dgm:pt>
    <dgm:pt modelId="{D81A7E78-301A-4754-9350-7D2A689711A5}" type="sibTrans" cxnId="{140A0DD7-9105-4B8E-B82D-DB218633EDD3}">
      <dgm:prSet/>
      <dgm:spPr/>
      <dgm:t>
        <a:bodyPr/>
        <a:lstStyle/>
        <a:p>
          <a:endParaRPr lang="en-US"/>
        </a:p>
      </dgm:t>
    </dgm:pt>
    <dgm:pt modelId="{2808D6ED-2DB8-4349-8B82-30F68EE66CA0}" type="pres">
      <dgm:prSet presAssocID="{8E4233BB-94FA-429D-B1FC-AA54F63BC3CA}" presName="root" presStyleCnt="0">
        <dgm:presLayoutVars>
          <dgm:dir/>
          <dgm:resizeHandles val="exact"/>
        </dgm:presLayoutVars>
      </dgm:prSet>
      <dgm:spPr/>
    </dgm:pt>
    <dgm:pt modelId="{1E90CE74-0EA2-4DC1-ABC8-3A9355048BA9}" type="pres">
      <dgm:prSet presAssocID="{68B23358-9F86-4473-BE5D-9BA643EA9F4C}" presName="compNode" presStyleCnt="0"/>
      <dgm:spPr/>
    </dgm:pt>
    <dgm:pt modelId="{6E95AD21-0EC8-4787-B5F7-C224157953CB}" type="pres">
      <dgm:prSet presAssocID="{68B23358-9F86-4473-BE5D-9BA643EA9F4C}" presName="bgRect" presStyleLbl="bgShp" presStyleIdx="0" presStyleCnt="4"/>
      <dgm:spPr/>
    </dgm:pt>
    <dgm:pt modelId="{28386B9B-5495-4030-B731-7CE91078AA9D}" type="pres">
      <dgm:prSet presAssocID="{68B23358-9F86-4473-BE5D-9BA643EA9F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B0E5B72-21AE-4CE2-B51D-5EAA3166F26E}" type="pres">
      <dgm:prSet presAssocID="{68B23358-9F86-4473-BE5D-9BA643EA9F4C}" presName="spaceRect" presStyleCnt="0"/>
      <dgm:spPr/>
    </dgm:pt>
    <dgm:pt modelId="{EC4DE8E3-0EEA-463D-8935-812C1F80FEAF}" type="pres">
      <dgm:prSet presAssocID="{68B23358-9F86-4473-BE5D-9BA643EA9F4C}" presName="parTx" presStyleLbl="revTx" presStyleIdx="0" presStyleCnt="4">
        <dgm:presLayoutVars>
          <dgm:chMax val="0"/>
          <dgm:chPref val="0"/>
        </dgm:presLayoutVars>
      </dgm:prSet>
      <dgm:spPr/>
    </dgm:pt>
    <dgm:pt modelId="{43AA6A97-4E1F-4A3D-8853-2ED820DD3EE0}" type="pres">
      <dgm:prSet presAssocID="{5DF537B4-03BE-4396-818E-9FE43FD17E1C}" presName="sibTrans" presStyleCnt="0"/>
      <dgm:spPr/>
    </dgm:pt>
    <dgm:pt modelId="{4A1ED467-F902-4A5F-AFF8-FE4BC9A3565F}" type="pres">
      <dgm:prSet presAssocID="{84C37C93-9BBD-4C1C-8832-222656DF0792}" presName="compNode" presStyleCnt="0"/>
      <dgm:spPr/>
    </dgm:pt>
    <dgm:pt modelId="{7BD14AA3-9AF7-4205-B9C9-4D84D919071C}" type="pres">
      <dgm:prSet presAssocID="{84C37C93-9BBD-4C1C-8832-222656DF0792}" presName="bgRect" presStyleLbl="bgShp" presStyleIdx="1" presStyleCnt="4"/>
      <dgm:spPr/>
    </dgm:pt>
    <dgm:pt modelId="{E809BD13-8765-4A17-B5F1-52234F8750A3}" type="pres">
      <dgm:prSet presAssocID="{84C37C93-9BBD-4C1C-8832-222656DF079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35CDF6B-B0DC-4150-B3FE-41A67CB73DE0}" type="pres">
      <dgm:prSet presAssocID="{84C37C93-9BBD-4C1C-8832-222656DF0792}" presName="spaceRect" presStyleCnt="0"/>
      <dgm:spPr/>
    </dgm:pt>
    <dgm:pt modelId="{6F1BCE20-E163-44C3-AA55-82B9D4463B73}" type="pres">
      <dgm:prSet presAssocID="{84C37C93-9BBD-4C1C-8832-222656DF0792}" presName="parTx" presStyleLbl="revTx" presStyleIdx="1" presStyleCnt="4">
        <dgm:presLayoutVars>
          <dgm:chMax val="0"/>
          <dgm:chPref val="0"/>
        </dgm:presLayoutVars>
      </dgm:prSet>
      <dgm:spPr/>
    </dgm:pt>
    <dgm:pt modelId="{475640BC-1333-4500-BCE1-101B0E11F1C8}" type="pres">
      <dgm:prSet presAssocID="{606F34DE-BCD3-42F9-AC48-993603B03507}" presName="sibTrans" presStyleCnt="0"/>
      <dgm:spPr/>
    </dgm:pt>
    <dgm:pt modelId="{43BB11CB-2E31-4AC4-AFDF-531F260D18C6}" type="pres">
      <dgm:prSet presAssocID="{9ADAC2A1-003D-4CFC-BE82-C5BFF2127DFE}" presName="compNode" presStyleCnt="0"/>
      <dgm:spPr/>
    </dgm:pt>
    <dgm:pt modelId="{10D294BA-C719-478A-BD58-A18DC9C3A4D4}" type="pres">
      <dgm:prSet presAssocID="{9ADAC2A1-003D-4CFC-BE82-C5BFF2127DFE}" presName="bgRect" presStyleLbl="bgShp" presStyleIdx="2" presStyleCnt="4"/>
      <dgm:spPr/>
    </dgm:pt>
    <dgm:pt modelId="{D8CC3CF9-A722-40BC-A4B7-B0A8D858AAF0}" type="pres">
      <dgm:prSet presAssocID="{9ADAC2A1-003D-4CFC-BE82-C5BFF2127D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D1A449BB-59CF-4078-BA68-12F772A057CC}" type="pres">
      <dgm:prSet presAssocID="{9ADAC2A1-003D-4CFC-BE82-C5BFF2127DFE}" presName="spaceRect" presStyleCnt="0"/>
      <dgm:spPr/>
    </dgm:pt>
    <dgm:pt modelId="{BC876F5F-734F-4214-98D9-F78199F6F380}" type="pres">
      <dgm:prSet presAssocID="{9ADAC2A1-003D-4CFC-BE82-C5BFF2127DFE}" presName="parTx" presStyleLbl="revTx" presStyleIdx="2" presStyleCnt="4">
        <dgm:presLayoutVars>
          <dgm:chMax val="0"/>
          <dgm:chPref val="0"/>
        </dgm:presLayoutVars>
      </dgm:prSet>
      <dgm:spPr/>
    </dgm:pt>
    <dgm:pt modelId="{A57B049D-DC89-4B2B-AEDA-985A292F7E05}" type="pres">
      <dgm:prSet presAssocID="{D036AAA6-14BE-4215-A6CE-78645EF10D44}" presName="sibTrans" presStyleCnt="0"/>
      <dgm:spPr/>
    </dgm:pt>
    <dgm:pt modelId="{00D286B5-81C1-4762-BA0D-C18776375E5F}" type="pres">
      <dgm:prSet presAssocID="{83DE7F31-08B1-4EC8-8380-ED9E0624FC66}" presName="compNode" presStyleCnt="0"/>
      <dgm:spPr/>
    </dgm:pt>
    <dgm:pt modelId="{F351A08E-08FA-4143-892A-962DDBAA7EB0}" type="pres">
      <dgm:prSet presAssocID="{83DE7F31-08B1-4EC8-8380-ED9E0624FC66}" presName="bgRect" presStyleLbl="bgShp" presStyleIdx="3" presStyleCnt="4"/>
      <dgm:spPr/>
    </dgm:pt>
    <dgm:pt modelId="{83C05874-19CB-4F11-8171-411F9E34D4AC}" type="pres">
      <dgm:prSet presAssocID="{83DE7F31-08B1-4EC8-8380-ED9E0624FC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2595EEC-1B5B-403E-9D92-369AB2A49D57}" type="pres">
      <dgm:prSet presAssocID="{83DE7F31-08B1-4EC8-8380-ED9E0624FC66}" presName="spaceRect" presStyleCnt="0"/>
      <dgm:spPr/>
    </dgm:pt>
    <dgm:pt modelId="{20330DC5-1F07-45F4-94B1-AF191D177316}" type="pres">
      <dgm:prSet presAssocID="{83DE7F31-08B1-4EC8-8380-ED9E0624FC6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0DB01C-B10B-458A-AA6D-7F4A7C55562A}" srcId="{8E4233BB-94FA-429D-B1FC-AA54F63BC3CA}" destId="{9ADAC2A1-003D-4CFC-BE82-C5BFF2127DFE}" srcOrd="2" destOrd="0" parTransId="{6FB79553-AB19-43EE-9D9E-78EEEE9B14CB}" sibTransId="{D036AAA6-14BE-4215-A6CE-78645EF10D44}"/>
    <dgm:cxn modelId="{7C023528-A486-4947-B352-7F8809B2CD17}" type="presOf" srcId="{68B23358-9F86-4473-BE5D-9BA643EA9F4C}" destId="{EC4DE8E3-0EEA-463D-8935-812C1F80FEAF}" srcOrd="0" destOrd="0" presId="urn:microsoft.com/office/officeart/2018/2/layout/IconVerticalSolidList"/>
    <dgm:cxn modelId="{0E2BFE5D-8F3F-4E97-9C96-62AC391D6F0D}" type="presOf" srcId="{9ADAC2A1-003D-4CFC-BE82-C5BFF2127DFE}" destId="{BC876F5F-734F-4214-98D9-F78199F6F380}" srcOrd="0" destOrd="0" presId="urn:microsoft.com/office/officeart/2018/2/layout/IconVerticalSolidList"/>
    <dgm:cxn modelId="{5DFA1249-8791-443B-9AF6-60D36CDB11EB}" srcId="{8E4233BB-94FA-429D-B1FC-AA54F63BC3CA}" destId="{68B23358-9F86-4473-BE5D-9BA643EA9F4C}" srcOrd="0" destOrd="0" parTransId="{78C82FA6-1B00-4D39-AD80-A0C4D3F7063C}" sibTransId="{5DF537B4-03BE-4396-818E-9FE43FD17E1C}"/>
    <dgm:cxn modelId="{5D6937D2-7D48-45BF-A876-33198497BC4F}" type="presOf" srcId="{83DE7F31-08B1-4EC8-8380-ED9E0624FC66}" destId="{20330DC5-1F07-45F4-94B1-AF191D177316}" srcOrd="0" destOrd="0" presId="urn:microsoft.com/office/officeart/2018/2/layout/IconVerticalSolidList"/>
    <dgm:cxn modelId="{FFB446D5-2FDD-403E-9381-FEFA78C80A48}" srcId="{8E4233BB-94FA-429D-B1FC-AA54F63BC3CA}" destId="{84C37C93-9BBD-4C1C-8832-222656DF0792}" srcOrd="1" destOrd="0" parTransId="{A1C1669C-2329-4745-9721-FB59B174B26D}" sibTransId="{606F34DE-BCD3-42F9-AC48-993603B03507}"/>
    <dgm:cxn modelId="{140A0DD7-9105-4B8E-B82D-DB218633EDD3}" srcId="{8E4233BB-94FA-429D-B1FC-AA54F63BC3CA}" destId="{83DE7F31-08B1-4EC8-8380-ED9E0624FC66}" srcOrd="3" destOrd="0" parTransId="{BE0100B6-4882-4EEE-8F94-36848774C7E2}" sibTransId="{D81A7E78-301A-4754-9350-7D2A689711A5}"/>
    <dgm:cxn modelId="{3F5D32EA-85EB-422F-82A1-9F3706355986}" type="presOf" srcId="{84C37C93-9BBD-4C1C-8832-222656DF0792}" destId="{6F1BCE20-E163-44C3-AA55-82B9D4463B73}" srcOrd="0" destOrd="0" presId="urn:microsoft.com/office/officeart/2018/2/layout/IconVerticalSolidList"/>
    <dgm:cxn modelId="{079C3CF2-78BB-45BC-BA81-797D2B6E7926}" type="presOf" srcId="{8E4233BB-94FA-429D-B1FC-AA54F63BC3CA}" destId="{2808D6ED-2DB8-4349-8B82-30F68EE66CA0}" srcOrd="0" destOrd="0" presId="urn:microsoft.com/office/officeart/2018/2/layout/IconVerticalSolidList"/>
    <dgm:cxn modelId="{89C97563-6996-4726-B93D-AB4DD6A2C88B}" type="presParOf" srcId="{2808D6ED-2DB8-4349-8B82-30F68EE66CA0}" destId="{1E90CE74-0EA2-4DC1-ABC8-3A9355048BA9}" srcOrd="0" destOrd="0" presId="urn:microsoft.com/office/officeart/2018/2/layout/IconVerticalSolidList"/>
    <dgm:cxn modelId="{203854AB-913C-493B-B78F-DE6ED4DCB08A}" type="presParOf" srcId="{1E90CE74-0EA2-4DC1-ABC8-3A9355048BA9}" destId="{6E95AD21-0EC8-4787-B5F7-C224157953CB}" srcOrd="0" destOrd="0" presId="urn:microsoft.com/office/officeart/2018/2/layout/IconVerticalSolidList"/>
    <dgm:cxn modelId="{454DC2D2-D22A-4BC8-AFD7-B1ABB982DB81}" type="presParOf" srcId="{1E90CE74-0EA2-4DC1-ABC8-3A9355048BA9}" destId="{28386B9B-5495-4030-B731-7CE91078AA9D}" srcOrd="1" destOrd="0" presId="urn:microsoft.com/office/officeart/2018/2/layout/IconVerticalSolidList"/>
    <dgm:cxn modelId="{DC3A5C4E-A50B-4741-BE9A-4B493779A60B}" type="presParOf" srcId="{1E90CE74-0EA2-4DC1-ABC8-3A9355048BA9}" destId="{BB0E5B72-21AE-4CE2-B51D-5EAA3166F26E}" srcOrd="2" destOrd="0" presId="urn:microsoft.com/office/officeart/2018/2/layout/IconVerticalSolidList"/>
    <dgm:cxn modelId="{D6099421-78A7-452E-B449-1EB0C9733E55}" type="presParOf" srcId="{1E90CE74-0EA2-4DC1-ABC8-3A9355048BA9}" destId="{EC4DE8E3-0EEA-463D-8935-812C1F80FEAF}" srcOrd="3" destOrd="0" presId="urn:microsoft.com/office/officeart/2018/2/layout/IconVerticalSolidList"/>
    <dgm:cxn modelId="{318ED3CE-39A3-439D-B51F-B75BF568B036}" type="presParOf" srcId="{2808D6ED-2DB8-4349-8B82-30F68EE66CA0}" destId="{43AA6A97-4E1F-4A3D-8853-2ED820DD3EE0}" srcOrd="1" destOrd="0" presId="urn:microsoft.com/office/officeart/2018/2/layout/IconVerticalSolidList"/>
    <dgm:cxn modelId="{284E1042-4FF2-48C5-BEAD-AFC9AB055148}" type="presParOf" srcId="{2808D6ED-2DB8-4349-8B82-30F68EE66CA0}" destId="{4A1ED467-F902-4A5F-AFF8-FE4BC9A3565F}" srcOrd="2" destOrd="0" presId="urn:microsoft.com/office/officeart/2018/2/layout/IconVerticalSolidList"/>
    <dgm:cxn modelId="{AA91CF42-CB0D-4D4A-A0DB-B8842507845D}" type="presParOf" srcId="{4A1ED467-F902-4A5F-AFF8-FE4BC9A3565F}" destId="{7BD14AA3-9AF7-4205-B9C9-4D84D919071C}" srcOrd="0" destOrd="0" presId="urn:microsoft.com/office/officeart/2018/2/layout/IconVerticalSolidList"/>
    <dgm:cxn modelId="{60344F50-BF25-41DA-A164-70747FF9392D}" type="presParOf" srcId="{4A1ED467-F902-4A5F-AFF8-FE4BC9A3565F}" destId="{E809BD13-8765-4A17-B5F1-52234F8750A3}" srcOrd="1" destOrd="0" presId="urn:microsoft.com/office/officeart/2018/2/layout/IconVerticalSolidList"/>
    <dgm:cxn modelId="{920BEE41-1100-437B-9CD6-06F217A807CF}" type="presParOf" srcId="{4A1ED467-F902-4A5F-AFF8-FE4BC9A3565F}" destId="{A35CDF6B-B0DC-4150-B3FE-41A67CB73DE0}" srcOrd="2" destOrd="0" presId="urn:microsoft.com/office/officeart/2018/2/layout/IconVerticalSolidList"/>
    <dgm:cxn modelId="{82E141AD-1D8C-4AF2-8490-B0036280F02B}" type="presParOf" srcId="{4A1ED467-F902-4A5F-AFF8-FE4BC9A3565F}" destId="{6F1BCE20-E163-44C3-AA55-82B9D4463B73}" srcOrd="3" destOrd="0" presId="urn:microsoft.com/office/officeart/2018/2/layout/IconVerticalSolidList"/>
    <dgm:cxn modelId="{5E1CD03D-8EFA-4129-89F0-3425E597F9B5}" type="presParOf" srcId="{2808D6ED-2DB8-4349-8B82-30F68EE66CA0}" destId="{475640BC-1333-4500-BCE1-101B0E11F1C8}" srcOrd="3" destOrd="0" presId="urn:microsoft.com/office/officeart/2018/2/layout/IconVerticalSolidList"/>
    <dgm:cxn modelId="{4F62E908-70C2-42A8-851B-3EE20BB63836}" type="presParOf" srcId="{2808D6ED-2DB8-4349-8B82-30F68EE66CA0}" destId="{43BB11CB-2E31-4AC4-AFDF-531F260D18C6}" srcOrd="4" destOrd="0" presId="urn:microsoft.com/office/officeart/2018/2/layout/IconVerticalSolidList"/>
    <dgm:cxn modelId="{5BD0CC2C-C7A5-4307-A34C-CBC2725E1178}" type="presParOf" srcId="{43BB11CB-2E31-4AC4-AFDF-531F260D18C6}" destId="{10D294BA-C719-478A-BD58-A18DC9C3A4D4}" srcOrd="0" destOrd="0" presId="urn:microsoft.com/office/officeart/2018/2/layout/IconVerticalSolidList"/>
    <dgm:cxn modelId="{E05E90C4-2E18-404B-BE74-F6910402F6C6}" type="presParOf" srcId="{43BB11CB-2E31-4AC4-AFDF-531F260D18C6}" destId="{D8CC3CF9-A722-40BC-A4B7-B0A8D858AAF0}" srcOrd="1" destOrd="0" presId="urn:microsoft.com/office/officeart/2018/2/layout/IconVerticalSolidList"/>
    <dgm:cxn modelId="{F51BA092-E5CB-41DA-92E8-35C164C4F5EB}" type="presParOf" srcId="{43BB11CB-2E31-4AC4-AFDF-531F260D18C6}" destId="{D1A449BB-59CF-4078-BA68-12F772A057CC}" srcOrd="2" destOrd="0" presId="urn:microsoft.com/office/officeart/2018/2/layout/IconVerticalSolidList"/>
    <dgm:cxn modelId="{C79A9267-17DB-4AF7-8E64-44E6EDBF0259}" type="presParOf" srcId="{43BB11CB-2E31-4AC4-AFDF-531F260D18C6}" destId="{BC876F5F-734F-4214-98D9-F78199F6F380}" srcOrd="3" destOrd="0" presId="urn:microsoft.com/office/officeart/2018/2/layout/IconVerticalSolidList"/>
    <dgm:cxn modelId="{904B079D-57B1-4D7D-80E2-BAF62FC608DD}" type="presParOf" srcId="{2808D6ED-2DB8-4349-8B82-30F68EE66CA0}" destId="{A57B049D-DC89-4B2B-AEDA-985A292F7E05}" srcOrd="5" destOrd="0" presId="urn:microsoft.com/office/officeart/2018/2/layout/IconVerticalSolidList"/>
    <dgm:cxn modelId="{50EB8EB6-371B-4F46-BB60-9C742A57CA9C}" type="presParOf" srcId="{2808D6ED-2DB8-4349-8B82-30F68EE66CA0}" destId="{00D286B5-81C1-4762-BA0D-C18776375E5F}" srcOrd="6" destOrd="0" presId="urn:microsoft.com/office/officeart/2018/2/layout/IconVerticalSolidList"/>
    <dgm:cxn modelId="{6D88FA24-F423-4090-8E78-ADE050B3CEF3}" type="presParOf" srcId="{00D286B5-81C1-4762-BA0D-C18776375E5F}" destId="{F351A08E-08FA-4143-892A-962DDBAA7EB0}" srcOrd="0" destOrd="0" presId="urn:microsoft.com/office/officeart/2018/2/layout/IconVerticalSolidList"/>
    <dgm:cxn modelId="{482B2B79-E9D6-4D33-BF34-0BD78750939B}" type="presParOf" srcId="{00D286B5-81C1-4762-BA0D-C18776375E5F}" destId="{83C05874-19CB-4F11-8171-411F9E34D4AC}" srcOrd="1" destOrd="0" presId="urn:microsoft.com/office/officeart/2018/2/layout/IconVerticalSolidList"/>
    <dgm:cxn modelId="{BA32DF7E-0A2D-4730-8805-3354EB218D22}" type="presParOf" srcId="{00D286B5-81C1-4762-BA0D-C18776375E5F}" destId="{B2595EEC-1B5B-403E-9D92-369AB2A49D57}" srcOrd="2" destOrd="0" presId="urn:microsoft.com/office/officeart/2018/2/layout/IconVerticalSolidList"/>
    <dgm:cxn modelId="{DA19D0C9-7C93-4222-A874-C37873C852F3}" type="presParOf" srcId="{00D286B5-81C1-4762-BA0D-C18776375E5F}" destId="{20330DC5-1F07-45F4-94B1-AF191D1773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65C1ABC-06F8-40A8-9C4C-FA3520FFF5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F26A05-EBC8-499F-9CE7-940B8966ED0B}">
      <dgm:prSet/>
      <dgm:spPr/>
      <dgm:t>
        <a:bodyPr/>
        <a:lstStyle/>
        <a:p>
          <a:r>
            <a:rPr lang="en-US" b="0" i="0"/>
            <a:t>Enterprise network management</a:t>
          </a:r>
          <a:endParaRPr lang="en-US"/>
        </a:p>
      </dgm:t>
    </dgm:pt>
    <dgm:pt modelId="{A8E3BDB8-02A0-4905-9034-652EB8C248C5}" type="parTrans" cxnId="{E9430930-9F93-4411-A451-E8FEDFF24DCD}">
      <dgm:prSet/>
      <dgm:spPr/>
      <dgm:t>
        <a:bodyPr/>
        <a:lstStyle/>
        <a:p>
          <a:endParaRPr lang="en-US"/>
        </a:p>
      </dgm:t>
    </dgm:pt>
    <dgm:pt modelId="{8A5564B6-AE0F-42A9-AD6D-7CB6C19C2324}" type="sibTrans" cxnId="{E9430930-9F93-4411-A451-E8FEDFF24DCD}">
      <dgm:prSet/>
      <dgm:spPr/>
      <dgm:t>
        <a:bodyPr/>
        <a:lstStyle/>
        <a:p>
          <a:endParaRPr lang="en-US"/>
        </a:p>
      </dgm:t>
    </dgm:pt>
    <dgm:pt modelId="{069A902F-31FB-47A3-911F-2242A1639967}">
      <dgm:prSet/>
      <dgm:spPr/>
      <dgm:t>
        <a:bodyPr/>
        <a:lstStyle/>
        <a:p>
          <a:r>
            <a:rPr lang="en-US" b="0" i="0"/>
            <a:t>Active Directory environments</a:t>
          </a:r>
          <a:endParaRPr lang="en-US"/>
        </a:p>
      </dgm:t>
    </dgm:pt>
    <dgm:pt modelId="{DB9A57DC-DE9A-4389-8A20-737C805331D4}" type="parTrans" cxnId="{3EE5DC07-D6A5-4923-9293-4C7F78048772}">
      <dgm:prSet/>
      <dgm:spPr/>
      <dgm:t>
        <a:bodyPr/>
        <a:lstStyle/>
        <a:p>
          <a:endParaRPr lang="en-US"/>
        </a:p>
      </dgm:t>
    </dgm:pt>
    <dgm:pt modelId="{301B9475-B60E-49B4-9113-DC510E8EACC3}" type="sibTrans" cxnId="{3EE5DC07-D6A5-4923-9293-4C7F78048772}">
      <dgm:prSet/>
      <dgm:spPr/>
      <dgm:t>
        <a:bodyPr/>
        <a:lstStyle/>
        <a:p>
          <a:endParaRPr lang="en-US"/>
        </a:p>
      </dgm:t>
    </dgm:pt>
    <dgm:pt modelId="{A5173621-7925-4488-AC2F-760738D7D6E9}">
      <dgm:prSet/>
      <dgm:spPr/>
      <dgm:t>
        <a:bodyPr/>
        <a:lstStyle/>
        <a:p>
          <a:r>
            <a:rPr lang="en-US" b="0" i="0"/>
            <a:t>Cloud infrastructure</a:t>
          </a:r>
          <a:endParaRPr lang="en-US"/>
        </a:p>
      </dgm:t>
    </dgm:pt>
    <dgm:pt modelId="{2F912DD8-BD2E-4D09-AF8E-18968756C70D}" type="parTrans" cxnId="{ACCF9D98-5D7D-44F5-B460-20F9D5C798CD}">
      <dgm:prSet/>
      <dgm:spPr/>
      <dgm:t>
        <a:bodyPr/>
        <a:lstStyle/>
        <a:p>
          <a:endParaRPr lang="en-US"/>
        </a:p>
      </dgm:t>
    </dgm:pt>
    <dgm:pt modelId="{6BF69182-1673-448D-8C30-8D8B89475FB6}" type="sibTrans" cxnId="{ACCF9D98-5D7D-44F5-B460-20F9D5C798CD}">
      <dgm:prSet/>
      <dgm:spPr/>
      <dgm:t>
        <a:bodyPr/>
        <a:lstStyle/>
        <a:p>
          <a:endParaRPr lang="en-US"/>
        </a:p>
      </dgm:t>
    </dgm:pt>
    <dgm:pt modelId="{AEABD08A-A6A1-4CF9-897D-1622798AE5FC}">
      <dgm:prSet/>
      <dgm:spPr/>
      <dgm:t>
        <a:bodyPr/>
        <a:lstStyle/>
        <a:p>
          <a:r>
            <a:rPr lang="en-US" b="0" i="0"/>
            <a:t>Corporate IT support systems</a:t>
          </a:r>
          <a:endParaRPr lang="en-US"/>
        </a:p>
      </dgm:t>
    </dgm:pt>
    <dgm:pt modelId="{F82ECC58-DBA2-4CDE-8B81-64DE30EB07B4}" type="parTrans" cxnId="{589A255E-BD0B-4B0A-BE6D-60CB80C83472}">
      <dgm:prSet/>
      <dgm:spPr/>
      <dgm:t>
        <a:bodyPr/>
        <a:lstStyle/>
        <a:p>
          <a:endParaRPr lang="en-US"/>
        </a:p>
      </dgm:t>
    </dgm:pt>
    <dgm:pt modelId="{0A8C305E-EE80-4E35-B7E8-D9B190BE1338}" type="sibTrans" cxnId="{589A255E-BD0B-4B0A-BE6D-60CB80C83472}">
      <dgm:prSet/>
      <dgm:spPr/>
      <dgm:t>
        <a:bodyPr/>
        <a:lstStyle/>
        <a:p>
          <a:endParaRPr lang="en-US"/>
        </a:p>
      </dgm:t>
    </dgm:pt>
    <dgm:pt modelId="{480E6C53-347B-4F77-B139-6019EC43CE27}" type="pres">
      <dgm:prSet presAssocID="{C65C1ABC-06F8-40A8-9C4C-FA3520FFF5F7}" presName="root" presStyleCnt="0">
        <dgm:presLayoutVars>
          <dgm:dir/>
          <dgm:resizeHandles val="exact"/>
        </dgm:presLayoutVars>
      </dgm:prSet>
      <dgm:spPr/>
    </dgm:pt>
    <dgm:pt modelId="{6828D20C-C39A-4B7C-AE6D-2F6093820F15}" type="pres">
      <dgm:prSet presAssocID="{83F26A05-EBC8-499F-9CE7-940B8966ED0B}" presName="compNode" presStyleCnt="0"/>
      <dgm:spPr/>
    </dgm:pt>
    <dgm:pt modelId="{262204A9-CB27-4467-884C-85457113D008}" type="pres">
      <dgm:prSet presAssocID="{83F26A05-EBC8-499F-9CE7-940B8966ED0B}" presName="bgRect" presStyleLbl="bgShp" presStyleIdx="0" presStyleCnt="4"/>
      <dgm:spPr/>
    </dgm:pt>
    <dgm:pt modelId="{2DCD22D9-0F9F-4B10-8C00-67CE95C7C2D0}" type="pres">
      <dgm:prSet presAssocID="{83F26A05-EBC8-499F-9CE7-940B8966ED0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C1395E2-36C3-4AD0-9DCA-7342EF4DFCEC}" type="pres">
      <dgm:prSet presAssocID="{83F26A05-EBC8-499F-9CE7-940B8966ED0B}" presName="spaceRect" presStyleCnt="0"/>
      <dgm:spPr/>
    </dgm:pt>
    <dgm:pt modelId="{156C47FE-C8AC-45DE-A553-5414E0066B2E}" type="pres">
      <dgm:prSet presAssocID="{83F26A05-EBC8-499F-9CE7-940B8966ED0B}" presName="parTx" presStyleLbl="revTx" presStyleIdx="0" presStyleCnt="4">
        <dgm:presLayoutVars>
          <dgm:chMax val="0"/>
          <dgm:chPref val="0"/>
        </dgm:presLayoutVars>
      </dgm:prSet>
      <dgm:spPr/>
    </dgm:pt>
    <dgm:pt modelId="{F9B5EC85-8ADB-45F8-B783-77ABA52F275D}" type="pres">
      <dgm:prSet presAssocID="{8A5564B6-AE0F-42A9-AD6D-7CB6C19C2324}" presName="sibTrans" presStyleCnt="0"/>
      <dgm:spPr/>
    </dgm:pt>
    <dgm:pt modelId="{0A38E5AC-7093-414D-8A4F-AA0D736CB879}" type="pres">
      <dgm:prSet presAssocID="{069A902F-31FB-47A3-911F-2242A1639967}" presName="compNode" presStyleCnt="0"/>
      <dgm:spPr/>
    </dgm:pt>
    <dgm:pt modelId="{03C9C08E-B8FA-4E55-9828-CC814FD79DEB}" type="pres">
      <dgm:prSet presAssocID="{069A902F-31FB-47A3-911F-2242A1639967}" presName="bgRect" presStyleLbl="bgShp" presStyleIdx="1" presStyleCnt="4"/>
      <dgm:spPr/>
    </dgm:pt>
    <dgm:pt modelId="{B1228D67-E27F-415E-B683-9C83B7233E0A}" type="pres">
      <dgm:prSet presAssocID="{069A902F-31FB-47A3-911F-2242A16399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A6B3D5B-AC95-4DF0-B774-B83D659715D1}" type="pres">
      <dgm:prSet presAssocID="{069A902F-31FB-47A3-911F-2242A1639967}" presName="spaceRect" presStyleCnt="0"/>
      <dgm:spPr/>
    </dgm:pt>
    <dgm:pt modelId="{90E0F974-834C-4098-A66C-5ACE931DBCFF}" type="pres">
      <dgm:prSet presAssocID="{069A902F-31FB-47A3-911F-2242A1639967}" presName="parTx" presStyleLbl="revTx" presStyleIdx="1" presStyleCnt="4">
        <dgm:presLayoutVars>
          <dgm:chMax val="0"/>
          <dgm:chPref val="0"/>
        </dgm:presLayoutVars>
      </dgm:prSet>
      <dgm:spPr/>
    </dgm:pt>
    <dgm:pt modelId="{4F4B0D00-956B-492E-B120-62B62EF72D5F}" type="pres">
      <dgm:prSet presAssocID="{301B9475-B60E-49B4-9113-DC510E8EACC3}" presName="sibTrans" presStyleCnt="0"/>
      <dgm:spPr/>
    </dgm:pt>
    <dgm:pt modelId="{2F6F4B70-6540-445D-B588-BEBD5EDFDA80}" type="pres">
      <dgm:prSet presAssocID="{A5173621-7925-4488-AC2F-760738D7D6E9}" presName="compNode" presStyleCnt="0"/>
      <dgm:spPr/>
    </dgm:pt>
    <dgm:pt modelId="{69E102A5-7D6F-4FDB-8E2A-DFE9E707B741}" type="pres">
      <dgm:prSet presAssocID="{A5173621-7925-4488-AC2F-760738D7D6E9}" presName="bgRect" presStyleLbl="bgShp" presStyleIdx="2" presStyleCnt="4"/>
      <dgm:spPr/>
    </dgm:pt>
    <dgm:pt modelId="{9C6DE4BC-CA9F-42EF-839C-7D335D396CA8}" type="pres">
      <dgm:prSet presAssocID="{A5173621-7925-4488-AC2F-760738D7D6E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8566AFB-9900-4E91-AADE-131F4FB877DB}" type="pres">
      <dgm:prSet presAssocID="{A5173621-7925-4488-AC2F-760738D7D6E9}" presName="spaceRect" presStyleCnt="0"/>
      <dgm:spPr/>
    </dgm:pt>
    <dgm:pt modelId="{177122E7-866E-4F0E-AFDE-6575A5B57068}" type="pres">
      <dgm:prSet presAssocID="{A5173621-7925-4488-AC2F-760738D7D6E9}" presName="parTx" presStyleLbl="revTx" presStyleIdx="2" presStyleCnt="4">
        <dgm:presLayoutVars>
          <dgm:chMax val="0"/>
          <dgm:chPref val="0"/>
        </dgm:presLayoutVars>
      </dgm:prSet>
      <dgm:spPr/>
    </dgm:pt>
    <dgm:pt modelId="{A8188E7A-225A-4CB2-897F-48EC965AF0C7}" type="pres">
      <dgm:prSet presAssocID="{6BF69182-1673-448D-8C30-8D8B89475FB6}" presName="sibTrans" presStyleCnt="0"/>
      <dgm:spPr/>
    </dgm:pt>
    <dgm:pt modelId="{6C1DE0B8-0797-4640-8828-43BE5D16C4A3}" type="pres">
      <dgm:prSet presAssocID="{AEABD08A-A6A1-4CF9-897D-1622798AE5FC}" presName="compNode" presStyleCnt="0"/>
      <dgm:spPr/>
    </dgm:pt>
    <dgm:pt modelId="{CE45BAF9-E1B9-4136-ACAF-AC12BF958C27}" type="pres">
      <dgm:prSet presAssocID="{AEABD08A-A6A1-4CF9-897D-1622798AE5FC}" presName="bgRect" presStyleLbl="bgShp" presStyleIdx="3" presStyleCnt="4"/>
      <dgm:spPr/>
    </dgm:pt>
    <dgm:pt modelId="{92B63062-9298-42AD-8D6C-97DF0C6D3CBD}" type="pres">
      <dgm:prSet presAssocID="{AEABD08A-A6A1-4CF9-897D-1622798AE5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AC8A1DD-7884-483E-8CAC-0EF46D5C7879}" type="pres">
      <dgm:prSet presAssocID="{AEABD08A-A6A1-4CF9-897D-1622798AE5FC}" presName="spaceRect" presStyleCnt="0"/>
      <dgm:spPr/>
    </dgm:pt>
    <dgm:pt modelId="{C94A4893-8C66-49F9-817A-1696BE52A60B}" type="pres">
      <dgm:prSet presAssocID="{AEABD08A-A6A1-4CF9-897D-1622798AE5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EE5DC07-D6A5-4923-9293-4C7F78048772}" srcId="{C65C1ABC-06F8-40A8-9C4C-FA3520FFF5F7}" destId="{069A902F-31FB-47A3-911F-2242A1639967}" srcOrd="1" destOrd="0" parTransId="{DB9A57DC-DE9A-4389-8A20-737C805331D4}" sibTransId="{301B9475-B60E-49B4-9113-DC510E8EACC3}"/>
    <dgm:cxn modelId="{BBE92118-7017-434F-A4CE-F3B179D8BAE3}" type="presOf" srcId="{A5173621-7925-4488-AC2F-760738D7D6E9}" destId="{177122E7-866E-4F0E-AFDE-6575A5B57068}" srcOrd="0" destOrd="0" presId="urn:microsoft.com/office/officeart/2018/2/layout/IconVerticalSolidList"/>
    <dgm:cxn modelId="{E9B1512D-D0AB-4D95-A42F-6DD8EB314BE4}" type="presOf" srcId="{83F26A05-EBC8-499F-9CE7-940B8966ED0B}" destId="{156C47FE-C8AC-45DE-A553-5414E0066B2E}" srcOrd="0" destOrd="0" presId="urn:microsoft.com/office/officeart/2018/2/layout/IconVerticalSolidList"/>
    <dgm:cxn modelId="{E9430930-9F93-4411-A451-E8FEDFF24DCD}" srcId="{C65C1ABC-06F8-40A8-9C4C-FA3520FFF5F7}" destId="{83F26A05-EBC8-499F-9CE7-940B8966ED0B}" srcOrd="0" destOrd="0" parTransId="{A8E3BDB8-02A0-4905-9034-652EB8C248C5}" sibTransId="{8A5564B6-AE0F-42A9-AD6D-7CB6C19C2324}"/>
    <dgm:cxn modelId="{589A255E-BD0B-4B0A-BE6D-60CB80C83472}" srcId="{C65C1ABC-06F8-40A8-9C4C-FA3520FFF5F7}" destId="{AEABD08A-A6A1-4CF9-897D-1622798AE5FC}" srcOrd="3" destOrd="0" parTransId="{F82ECC58-DBA2-4CDE-8B81-64DE30EB07B4}" sibTransId="{0A8C305E-EE80-4E35-B7E8-D9B190BE1338}"/>
    <dgm:cxn modelId="{83849B75-898E-4983-93CA-6D53C9755603}" type="presOf" srcId="{C65C1ABC-06F8-40A8-9C4C-FA3520FFF5F7}" destId="{480E6C53-347B-4F77-B139-6019EC43CE27}" srcOrd="0" destOrd="0" presId="urn:microsoft.com/office/officeart/2018/2/layout/IconVerticalSolidList"/>
    <dgm:cxn modelId="{ACCF9D98-5D7D-44F5-B460-20F9D5C798CD}" srcId="{C65C1ABC-06F8-40A8-9C4C-FA3520FFF5F7}" destId="{A5173621-7925-4488-AC2F-760738D7D6E9}" srcOrd="2" destOrd="0" parTransId="{2F912DD8-BD2E-4D09-AF8E-18968756C70D}" sibTransId="{6BF69182-1673-448D-8C30-8D8B89475FB6}"/>
    <dgm:cxn modelId="{456751A1-3B14-4013-9153-72357C5C4838}" type="presOf" srcId="{069A902F-31FB-47A3-911F-2242A1639967}" destId="{90E0F974-834C-4098-A66C-5ACE931DBCFF}" srcOrd="0" destOrd="0" presId="urn:microsoft.com/office/officeart/2018/2/layout/IconVerticalSolidList"/>
    <dgm:cxn modelId="{DE01D1BF-AFF0-4557-9A1F-20787F2D286B}" type="presOf" srcId="{AEABD08A-A6A1-4CF9-897D-1622798AE5FC}" destId="{C94A4893-8C66-49F9-817A-1696BE52A60B}" srcOrd="0" destOrd="0" presId="urn:microsoft.com/office/officeart/2018/2/layout/IconVerticalSolidList"/>
    <dgm:cxn modelId="{D54A5CF6-568A-4DE8-BAC1-8A6DC5CECB98}" type="presParOf" srcId="{480E6C53-347B-4F77-B139-6019EC43CE27}" destId="{6828D20C-C39A-4B7C-AE6D-2F6093820F15}" srcOrd="0" destOrd="0" presId="urn:microsoft.com/office/officeart/2018/2/layout/IconVerticalSolidList"/>
    <dgm:cxn modelId="{200DFDB9-8CBB-4E20-82AC-06CE3049C052}" type="presParOf" srcId="{6828D20C-C39A-4B7C-AE6D-2F6093820F15}" destId="{262204A9-CB27-4467-884C-85457113D008}" srcOrd="0" destOrd="0" presId="urn:microsoft.com/office/officeart/2018/2/layout/IconVerticalSolidList"/>
    <dgm:cxn modelId="{08E9DDE3-44CB-4FD7-84DD-7FB16380DB81}" type="presParOf" srcId="{6828D20C-C39A-4B7C-AE6D-2F6093820F15}" destId="{2DCD22D9-0F9F-4B10-8C00-67CE95C7C2D0}" srcOrd="1" destOrd="0" presId="urn:microsoft.com/office/officeart/2018/2/layout/IconVerticalSolidList"/>
    <dgm:cxn modelId="{40392B35-40EB-40A0-A5EE-1A1B2EB671F6}" type="presParOf" srcId="{6828D20C-C39A-4B7C-AE6D-2F6093820F15}" destId="{0C1395E2-36C3-4AD0-9DCA-7342EF4DFCEC}" srcOrd="2" destOrd="0" presId="urn:microsoft.com/office/officeart/2018/2/layout/IconVerticalSolidList"/>
    <dgm:cxn modelId="{C7CB2848-F730-4F2D-8097-1BA60AF49197}" type="presParOf" srcId="{6828D20C-C39A-4B7C-AE6D-2F6093820F15}" destId="{156C47FE-C8AC-45DE-A553-5414E0066B2E}" srcOrd="3" destOrd="0" presId="urn:microsoft.com/office/officeart/2018/2/layout/IconVerticalSolidList"/>
    <dgm:cxn modelId="{5304CF53-39D8-47C1-A89F-0E80419A48F6}" type="presParOf" srcId="{480E6C53-347B-4F77-B139-6019EC43CE27}" destId="{F9B5EC85-8ADB-45F8-B783-77ABA52F275D}" srcOrd="1" destOrd="0" presId="urn:microsoft.com/office/officeart/2018/2/layout/IconVerticalSolidList"/>
    <dgm:cxn modelId="{BC420547-6471-4E1F-8C3F-004DC64090F9}" type="presParOf" srcId="{480E6C53-347B-4F77-B139-6019EC43CE27}" destId="{0A38E5AC-7093-414D-8A4F-AA0D736CB879}" srcOrd="2" destOrd="0" presId="urn:microsoft.com/office/officeart/2018/2/layout/IconVerticalSolidList"/>
    <dgm:cxn modelId="{C901369C-AA35-48C6-B795-CD8F6BC868FA}" type="presParOf" srcId="{0A38E5AC-7093-414D-8A4F-AA0D736CB879}" destId="{03C9C08E-B8FA-4E55-9828-CC814FD79DEB}" srcOrd="0" destOrd="0" presId="urn:microsoft.com/office/officeart/2018/2/layout/IconVerticalSolidList"/>
    <dgm:cxn modelId="{DFC71D1A-DF68-47D2-B5A2-E7613F208788}" type="presParOf" srcId="{0A38E5AC-7093-414D-8A4F-AA0D736CB879}" destId="{B1228D67-E27F-415E-B683-9C83B7233E0A}" srcOrd="1" destOrd="0" presId="urn:microsoft.com/office/officeart/2018/2/layout/IconVerticalSolidList"/>
    <dgm:cxn modelId="{B0BED331-98AA-4A86-98B6-D01A5D914185}" type="presParOf" srcId="{0A38E5AC-7093-414D-8A4F-AA0D736CB879}" destId="{0A6B3D5B-AC95-4DF0-B774-B83D659715D1}" srcOrd="2" destOrd="0" presId="urn:microsoft.com/office/officeart/2018/2/layout/IconVerticalSolidList"/>
    <dgm:cxn modelId="{304FF20B-AA6D-4116-8FE6-6A243A64821B}" type="presParOf" srcId="{0A38E5AC-7093-414D-8A4F-AA0D736CB879}" destId="{90E0F974-834C-4098-A66C-5ACE931DBCFF}" srcOrd="3" destOrd="0" presId="urn:microsoft.com/office/officeart/2018/2/layout/IconVerticalSolidList"/>
    <dgm:cxn modelId="{3637C726-E269-48B7-9B22-1860065A8507}" type="presParOf" srcId="{480E6C53-347B-4F77-B139-6019EC43CE27}" destId="{4F4B0D00-956B-492E-B120-62B62EF72D5F}" srcOrd="3" destOrd="0" presId="urn:microsoft.com/office/officeart/2018/2/layout/IconVerticalSolidList"/>
    <dgm:cxn modelId="{B18F98B2-796F-4F3F-AE97-67A70DAFB3A9}" type="presParOf" srcId="{480E6C53-347B-4F77-B139-6019EC43CE27}" destId="{2F6F4B70-6540-445D-B588-BEBD5EDFDA80}" srcOrd="4" destOrd="0" presId="urn:microsoft.com/office/officeart/2018/2/layout/IconVerticalSolidList"/>
    <dgm:cxn modelId="{B704D45F-2B7F-40D6-B53B-FAB4410A828D}" type="presParOf" srcId="{2F6F4B70-6540-445D-B588-BEBD5EDFDA80}" destId="{69E102A5-7D6F-4FDB-8E2A-DFE9E707B741}" srcOrd="0" destOrd="0" presId="urn:microsoft.com/office/officeart/2018/2/layout/IconVerticalSolidList"/>
    <dgm:cxn modelId="{EF592905-4EE1-494C-9749-493C3899F93C}" type="presParOf" srcId="{2F6F4B70-6540-445D-B588-BEBD5EDFDA80}" destId="{9C6DE4BC-CA9F-42EF-839C-7D335D396CA8}" srcOrd="1" destOrd="0" presId="urn:microsoft.com/office/officeart/2018/2/layout/IconVerticalSolidList"/>
    <dgm:cxn modelId="{863CC6EF-D123-450C-9134-E46C6873EC81}" type="presParOf" srcId="{2F6F4B70-6540-445D-B588-BEBD5EDFDA80}" destId="{F8566AFB-9900-4E91-AADE-131F4FB877DB}" srcOrd="2" destOrd="0" presId="urn:microsoft.com/office/officeart/2018/2/layout/IconVerticalSolidList"/>
    <dgm:cxn modelId="{16FD1FA5-63A6-4A76-AE8C-CE5FA4F9CDBC}" type="presParOf" srcId="{2F6F4B70-6540-445D-B588-BEBD5EDFDA80}" destId="{177122E7-866E-4F0E-AFDE-6575A5B57068}" srcOrd="3" destOrd="0" presId="urn:microsoft.com/office/officeart/2018/2/layout/IconVerticalSolidList"/>
    <dgm:cxn modelId="{1F383F43-3D1E-4669-94AD-4739DB9FBC0C}" type="presParOf" srcId="{480E6C53-347B-4F77-B139-6019EC43CE27}" destId="{A8188E7A-225A-4CB2-897F-48EC965AF0C7}" srcOrd="5" destOrd="0" presId="urn:microsoft.com/office/officeart/2018/2/layout/IconVerticalSolidList"/>
    <dgm:cxn modelId="{88862E5E-2FDA-4A92-B7EC-B589B045C81E}" type="presParOf" srcId="{480E6C53-347B-4F77-B139-6019EC43CE27}" destId="{6C1DE0B8-0797-4640-8828-43BE5D16C4A3}" srcOrd="6" destOrd="0" presId="urn:microsoft.com/office/officeart/2018/2/layout/IconVerticalSolidList"/>
    <dgm:cxn modelId="{6D3B8989-7FB6-4DF1-8E1D-A31EBB932314}" type="presParOf" srcId="{6C1DE0B8-0797-4640-8828-43BE5D16C4A3}" destId="{CE45BAF9-E1B9-4136-ACAF-AC12BF958C27}" srcOrd="0" destOrd="0" presId="urn:microsoft.com/office/officeart/2018/2/layout/IconVerticalSolidList"/>
    <dgm:cxn modelId="{8840D054-2499-4251-8834-5DAED7A385CA}" type="presParOf" srcId="{6C1DE0B8-0797-4640-8828-43BE5D16C4A3}" destId="{92B63062-9298-42AD-8D6C-97DF0C6D3CBD}" srcOrd="1" destOrd="0" presId="urn:microsoft.com/office/officeart/2018/2/layout/IconVerticalSolidList"/>
    <dgm:cxn modelId="{9E26CD6E-6D66-4F3E-9E3E-4008F021E9DC}" type="presParOf" srcId="{6C1DE0B8-0797-4640-8828-43BE5D16C4A3}" destId="{AAC8A1DD-7884-483E-8CAC-0EF46D5C7879}" srcOrd="2" destOrd="0" presId="urn:microsoft.com/office/officeart/2018/2/layout/IconVerticalSolidList"/>
    <dgm:cxn modelId="{0EF6A792-8DD9-43F6-8E28-C728D0AE2DC7}" type="presParOf" srcId="{6C1DE0B8-0797-4640-8828-43BE5D16C4A3}" destId="{C94A4893-8C66-49F9-817A-1696BE52A6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D61A161-0749-4F30-B4C0-59366A25EB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878B87-EE1B-44CF-AE78-8FD5C0E96026}">
      <dgm:prSet/>
      <dgm:spPr/>
      <dgm:t>
        <a:bodyPr/>
        <a:lstStyle/>
        <a:p>
          <a:r>
            <a:rPr lang="en-US" b="0" i="0"/>
            <a:t>Data privacy responsibility</a:t>
          </a:r>
          <a:endParaRPr lang="en-US"/>
        </a:p>
      </dgm:t>
    </dgm:pt>
    <dgm:pt modelId="{11105B21-7AF1-4623-A1AD-3BED0DEDF0A0}" type="parTrans" cxnId="{F8D78154-9C68-47F5-926C-EAE2BEA6CE6C}">
      <dgm:prSet/>
      <dgm:spPr/>
      <dgm:t>
        <a:bodyPr/>
        <a:lstStyle/>
        <a:p>
          <a:endParaRPr lang="en-US"/>
        </a:p>
      </dgm:t>
    </dgm:pt>
    <dgm:pt modelId="{FD91F9B6-FF1B-4289-AC89-6AD7ED140683}" type="sibTrans" cxnId="{F8D78154-9C68-47F5-926C-EAE2BEA6CE6C}">
      <dgm:prSet/>
      <dgm:spPr/>
      <dgm:t>
        <a:bodyPr/>
        <a:lstStyle/>
        <a:p>
          <a:endParaRPr lang="en-US"/>
        </a:p>
      </dgm:t>
    </dgm:pt>
    <dgm:pt modelId="{F633EA42-F0D2-4633-9A1C-5B562CE54E7C}">
      <dgm:prSet/>
      <dgm:spPr/>
      <dgm:t>
        <a:bodyPr/>
        <a:lstStyle/>
        <a:p>
          <a:r>
            <a:rPr lang="en-US" b="0" i="0"/>
            <a:t>Professional conduct</a:t>
          </a:r>
          <a:endParaRPr lang="en-US"/>
        </a:p>
      </dgm:t>
    </dgm:pt>
    <dgm:pt modelId="{76F52884-EF77-4DA7-A1F6-12D10B51327D}" type="parTrans" cxnId="{D66A90DB-CCFD-4057-A4B7-209E9AFDC442}">
      <dgm:prSet/>
      <dgm:spPr/>
      <dgm:t>
        <a:bodyPr/>
        <a:lstStyle/>
        <a:p>
          <a:endParaRPr lang="en-US"/>
        </a:p>
      </dgm:t>
    </dgm:pt>
    <dgm:pt modelId="{BA9C28CC-0DA1-42FE-BDBC-674FB4A94F63}" type="sibTrans" cxnId="{D66A90DB-CCFD-4057-A4B7-209E9AFDC442}">
      <dgm:prSet/>
      <dgm:spPr/>
      <dgm:t>
        <a:bodyPr/>
        <a:lstStyle/>
        <a:p>
          <a:endParaRPr lang="en-US"/>
        </a:p>
      </dgm:t>
    </dgm:pt>
    <dgm:pt modelId="{D6CC758E-AB5D-4860-8980-1BBC43C19FB0}">
      <dgm:prSet/>
      <dgm:spPr/>
      <dgm:t>
        <a:bodyPr/>
        <a:lstStyle/>
        <a:p>
          <a:r>
            <a:rPr lang="en-US" b="0" i="0"/>
            <a:t>Confidentiality agreements</a:t>
          </a:r>
          <a:endParaRPr lang="en-US"/>
        </a:p>
      </dgm:t>
    </dgm:pt>
    <dgm:pt modelId="{0FF868BE-C02A-4A18-A921-FDE59EF27478}" type="parTrans" cxnId="{453328F6-31B7-4001-993D-06BC353C9312}">
      <dgm:prSet/>
      <dgm:spPr/>
      <dgm:t>
        <a:bodyPr/>
        <a:lstStyle/>
        <a:p>
          <a:endParaRPr lang="en-US"/>
        </a:p>
      </dgm:t>
    </dgm:pt>
    <dgm:pt modelId="{8A2B8D82-54E3-4A8C-B4C3-2BCCA8F4A4DC}" type="sibTrans" cxnId="{453328F6-31B7-4001-993D-06BC353C9312}">
      <dgm:prSet/>
      <dgm:spPr/>
      <dgm:t>
        <a:bodyPr/>
        <a:lstStyle/>
        <a:p>
          <a:endParaRPr lang="en-US"/>
        </a:p>
      </dgm:t>
    </dgm:pt>
    <dgm:pt modelId="{A21E7A1E-067E-4376-9CE1-216FD98CEAE6}">
      <dgm:prSet/>
      <dgm:spPr/>
      <dgm:t>
        <a:bodyPr/>
        <a:lstStyle/>
        <a:p>
          <a:r>
            <a:rPr lang="en-US" b="0" i="0"/>
            <a:t>Example: Never misuse company data</a:t>
          </a:r>
          <a:endParaRPr lang="en-US"/>
        </a:p>
      </dgm:t>
    </dgm:pt>
    <dgm:pt modelId="{10F66EE7-D26C-4C0F-967C-D702CD8E1FE4}" type="parTrans" cxnId="{9AFBDA09-D2F3-4754-8016-733406DB6BF6}">
      <dgm:prSet/>
      <dgm:spPr/>
      <dgm:t>
        <a:bodyPr/>
        <a:lstStyle/>
        <a:p>
          <a:endParaRPr lang="en-US"/>
        </a:p>
      </dgm:t>
    </dgm:pt>
    <dgm:pt modelId="{5EEEDA50-9552-4F30-8481-647106758D3A}" type="sibTrans" cxnId="{9AFBDA09-D2F3-4754-8016-733406DB6BF6}">
      <dgm:prSet/>
      <dgm:spPr/>
      <dgm:t>
        <a:bodyPr/>
        <a:lstStyle/>
        <a:p>
          <a:endParaRPr lang="en-US"/>
        </a:p>
      </dgm:t>
    </dgm:pt>
    <dgm:pt modelId="{F4A27168-D411-4AC0-8E4A-2A5A2197740F}" type="pres">
      <dgm:prSet presAssocID="{1D61A161-0749-4F30-B4C0-59366A25EBC3}" presName="root" presStyleCnt="0">
        <dgm:presLayoutVars>
          <dgm:dir/>
          <dgm:resizeHandles val="exact"/>
        </dgm:presLayoutVars>
      </dgm:prSet>
      <dgm:spPr/>
    </dgm:pt>
    <dgm:pt modelId="{3A5CD5FE-2854-4445-978E-9A97F4FE0531}" type="pres">
      <dgm:prSet presAssocID="{BD878B87-EE1B-44CF-AE78-8FD5C0E96026}" presName="compNode" presStyleCnt="0"/>
      <dgm:spPr/>
    </dgm:pt>
    <dgm:pt modelId="{B66C579A-43BF-4E64-83BF-F6A8C11DF8C7}" type="pres">
      <dgm:prSet presAssocID="{BD878B87-EE1B-44CF-AE78-8FD5C0E96026}" presName="bgRect" presStyleLbl="bgShp" presStyleIdx="0" presStyleCnt="4"/>
      <dgm:spPr/>
    </dgm:pt>
    <dgm:pt modelId="{82EDE04A-677A-4344-81A4-5E9F88905602}" type="pres">
      <dgm:prSet presAssocID="{BD878B87-EE1B-44CF-AE78-8FD5C0E960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349BA67-33ED-4A59-A42B-49B9C6997881}" type="pres">
      <dgm:prSet presAssocID="{BD878B87-EE1B-44CF-AE78-8FD5C0E96026}" presName="spaceRect" presStyleCnt="0"/>
      <dgm:spPr/>
    </dgm:pt>
    <dgm:pt modelId="{73D61127-2120-4C5C-9221-C2C1CB5266CD}" type="pres">
      <dgm:prSet presAssocID="{BD878B87-EE1B-44CF-AE78-8FD5C0E96026}" presName="parTx" presStyleLbl="revTx" presStyleIdx="0" presStyleCnt="4">
        <dgm:presLayoutVars>
          <dgm:chMax val="0"/>
          <dgm:chPref val="0"/>
        </dgm:presLayoutVars>
      </dgm:prSet>
      <dgm:spPr/>
    </dgm:pt>
    <dgm:pt modelId="{3FDF43F3-9573-47B3-95BF-1D8396188F62}" type="pres">
      <dgm:prSet presAssocID="{FD91F9B6-FF1B-4289-AC89-6AD7ED140683}" presName="sibTrans" presStyleCnt="0"/>
      <dgm:spPr/>
    </dgm:pt>
    <dgm:pt modelId="{6FD76C95-C7C9-44CC-8D82-A761BFD636EB}" type="pres">
      <dgm:prSet presAssocID="{F633EA42-F0D2-4633-9A1C-5B562CE54E7C}" presName="compNode" presStyleCnt="0"/>
      <dgm:spPr/>
    </dgm:pt>
    <dgm:pt modelId="{76F2CDDF-46AC-41DA-B2EF-55DBD8B4236D}" type="pres">
      <dgm:prSet presAssocID="{F633EA42-F0D2-4633-9A1C-5B562CE54E7C}" presName="bgRect" presStyleLbl="bgShp" presStyleIdx="1" presStyleCnt="4"/>
      <dgm:spPr/>
    </dgm:pt>
    <dgm:pt modelId="{7D03FA3E-DFF6-4BE8-AB07-A48ECE7AB276}" type="pres">
      <dgm:prSet presAssocID="{F633EA42-F0D2-4633-9A1C-5B562CE54E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A589711-1A63-4213-83D2-2848420F9DC3}" type="pres">
      <dgm:prSet presAssocID="{F633EA42-F0D2-4633-9A1C-5B562CE54E7C}" presName="spaceRect" presStyleCnt="0"/>
      <dgm:spPr/>
    </dgm:pt>
    <dgm:pt modelId="{2CEBCF34-CCF1-40E8-8F31-413C6CF16750}" type="pres">
      <dgm:prSet presAssocID="{F633EA42-F0D2-4633-9A1C-5B562CE54E7C}" presName="parTx" presStyleLbl="revTx" presStyleIdx="1" presStyleCnt="4">
        <dgm:presLayoutVars>
          <dgm:chMax val="0"/>
          <dgm:chPref val="0"/>
        </dgm:presLayoutVars>
      </dgm:prSet>
      <dgm:spPr/>
    </dgm:pt>
    <dgm:pt modelId="{1B7D036C-5D7C-486B-8638-163C7BDC3D31}" type="pres">
      <dgm:prSet presAssocID="{BA9C28CC-0DA1-42FE-BDBC-674FB4A94F63}" presName="sibTrans" presStyleCnt="0"/>
      <dgm:spPr/>
    </dgm:pt>
    <dgm:pt modelId="{B4BE8F02-E86D-43CC-91AA-E966B6FF78A1}" type="pres">
      <dgm:prSet presAssocID="{D6CC758E-AB5D-4860-8980-1BBC43C19FB0}" presName="compNode" presStyleCnt="0"/>
      <dgm:spPr/>
    </dgm:pt>
    <dgm:pt modelId="{FE3A65D1-A32A-4D12-8DA0-1084C4EFB1E3}" type="pres">
      <dgm:prSet presAssocID="{D6CC758E-AB5D-4860-8980-1BBC43C19FB0}" presName="bgRect" presStyleLbl="bgShp" presStyleIdx="2" presStyleCnt="4"/>
      <dgm:spPr/>
    </dgm:pt>
    <dgm:pt modelId="{B3374EA0-3446-4EC9-A05E-841448BB4358}" type="pres">
      <dgm:prSet presAssocID="{D6CC758E-AB5D-4860-8980-1BBC43C19F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A72256AF-F9D7-4730-B3E6-940AC2B00C77}" type="pres">
      <dgm:prSet presAssocID="{D6CC758E-AB5D-4860-8980-1BBC43C19FB0}" presName="spaceRect" presStyleCnt="0"/>
      <dgm:spPr/>
    </dgm:pt>
    <dgm:pt modelId="{E20D68D5-C382-46DC-8BC3-0B20597326E4}" type="pres">
      <dgm:prSet presAssocID="{D6CC758E-AB5D-4860-8980-1BBC43C19FB0}" presName="parTx" presStyleLbl="revTx" presStyleIdx="2" presStyleCnt="4">
        <dgm:presLayoutVars>
          <dgm:chMax val="0"/>
          <dgm:chPref val="0"/>
        </dgm:presLayoutVars>
      </dgm:prSet>
      <dgm:spPr/>
    </dgm:pt>
    <dgm:pt modelId="{FD51AF66-CD15-4311-A88B-6A1D8BFE8EFC}" type="pres">
      <dgm:prSet presAssocID="{8A2B8D82-54E3-4A8C-B4C3-2BCCA8F4A4DC}" presName="sibTrans" presStyleCnt="0"/>
      <dgm:spPr/>
    </dgm:pt>
    <dgm:pt modelId="{119E5203-A2AD-410A-B54B-9B4C8863E313}" type="pres">
      <dgm:prSet presAssocID="{A21E7A1E-067E-4376-9CE1-216FD98CEAE6}" presName="compNode" presStyleCnt="0"/>
      <dgm:spPr/>
    </dgm:pt>
    <dgm:pt modelId="{A8522177-0E23-4CC0-B66C-7FCA8D268B20}" type="pres">
      <dgm:prSet presAssocID="{A21E7A1E-067E-4376-9CE1-216FD98CEAE6}" presName="bgRect" presStyleLbl="bgShp" presStyleIdx="3" presStyleCnt="4"/>
      <dgm:spPr/>
    </dgm:pt>
    <dgm:pt modelId="{CD750993-18C8-4DF9-B7CF-B52370E0F196}" type="pres">
      <dgm:prSet presAssocID="{A21E7A1E-067E-4376-9CE1-216FD98CEA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F86AD3B-A7D9-44D6-B0C5-64072944369A}" type="pres">
      <dgm:prSet presAssocID="{A21E7A1E-067E-4376-9CE1-216FD98CEAE6}" presName="spaceRect" presStyleCnt="0"/>
      <dgm:spPr/>
    </dgm:pt>
    <dgm:pt modelId="{8E3B6144-7F1C-47B7-B537-F5E952727E9B}" type="pres">
      <dgm:prSet presAssocID="{A21E7A1E-067E-4376-9CE1-216FD98CEA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AFBDA09-D2F3-4754-8016-733406DB6BF6}" srcId="{1D61A161-0749-4F30-B4C0-59366A25EBC3}" destId="{A21E7A1E-067E-4376-9CE1-216FD98CEAE6}" srcOrd="3" destOrd="0" parTransId="{10F66EE7-D26C-4C0F-967C-D702CD8E1FE4}" sibTransId="{5EEEDA50-9552-4F30-8481-647106758D3A}"/>
    <dgm:cxn modelId="{F8D78154-9C68-47F5-926C-EAE2BEA6CE6C}" srcId="{1D61A161-0749-4F30-B4C0-59366A25EBC3}" destId="{BD878B87-EE1B-44CF-AE78-8FD5C0E96026}" srcOrd="0" destOrd="0" parTransId="{11105B21-7AF1-4623-A1AD-3BED0DEDF0A0}" sibTransId="{FD91F9B6-FF1B-4289-AC89-6AD7ED140683}"/>
    <dgm:cxn modelId="{1B33EC79-8BC5-4B4A-B4B2-B340D958D89A}" type="presOf" srcId="{BD878B87-EE1B-44CF-AE78-8FD5C0E96026}" destId="{73D61127-2120-4C5C-9221-C2C1CB5266CD}" srcOrd="0" destOrd="0" presId="urn:microsoft.com/office/officeart/2018/2/layout/IconVerticalSolidList"/>
    <dgm:cxn modelId="{82261789-FE8A-4C46-A566-26EE3984BB6F}" type="presOf" srcId="{1D61A161-0749-4F30-B4C0-59366A25EBC3}" destId="{F4A27168-D411-4AC0-8E4A-2A5A2197740F}" srcOrd="0" destOrd="0" presId="urn:microsoft.com/office/officeart/2018/2/layout/IconVerticalSolidList"/>
    <dgm:cxn modelId="{6A4E6198-7383-4FA6-A9EF-CA179D8F44A2}" type="presOf" srcId="{A21E7A1E-067E-4376-9CE1-216FD98CEAE6}" destId="{8E3B6144-7F1C-47B7-B537-F5E952727E9B}" srcOrd="0" destOrd="0" presId="urn:microsoft.com/office/officeart/2018/2/layout/IconVerticalSolidList"/>
    <dgm:cxn modelId="{D74582B0-88FD-4C67-B0E2-4EFC518B5C3A}" type="presOf" srcId="{D6CC758E-AB5D-4860-8980-1BBC43C19FB0}" destId="{E20D68D5-C382-46DC-8BC3-0B20597326E4}" srcOrd="0" destOrd="0" presId="urn:microsoft.com/office/officeart/2018/2/layout/IconVerticalSolidList"/>
    <dgm:cxn modelId="{BFC64AB9-F109-471D-B6D3-23B1A3C739EE}" type="presOf" srcId="{F633EA42-F0D2-4633-9A1C-5B562CE54E7C}" destId="{2CEBCF34-CCF1-40E8-8F31-413C6CF16750}" srcOrd="0" destOrd="0" presId="urn:microsoft.com/office/officeart/2018/2/layout/IconVerticalSolidList"/>
    <dgm:cxn modelId="{D66A90DB-CCFD-4057-A4B7-209E9AFDC442}" srcId="{1D61A161-0749-4F30-B4C0-59366A25EBC3}" destId="{F633EA42-F0D2-4633-9A1C-5B562CE54E7C}" srcOrd="1" destOrd="0" parTransId="{76F52884-EF77-4DA7-A1F6-12D10B51327D}" sibTransId="{BA9C28CC-0DA1-42FE-BDBC-674FB4A94F63}"/>
    <dgm:cxn modelId="{453328F6-31B7-4001-993D-06BC353C9312}" srcId="{1D61A161-0749-4F30-B4C0-59366A25EBC3}" destId="{D6CC758E-AB5D-4860-8980-1BBC43C19FB0}" srcOrd="2" destOrd="0" parTransId="{0FF868BE-C02A-4A18-A921-FDE59EF27478}" sibTransId="{8A2B8D82-54E3-4A8C-B4C3-2BCCA8F4A4DC}"/>
    <dgm:cxn modelId="{810C5C78-36A3-4CC4-92B5-402EFE06B4EE}" type="presParOf" srcId="{F4A27168-D411-4AC0-8E4A-2A5A2197740F}" destId="{3A5CD5FE-2854-4445-978E-9A97F4FE0531}" srcOrd="0" destOrd="0" presId="urn:microsoft.com/office/officeart/2018/2/layout/IconVerticalSolidList"/>
    <dgm:cxn modelId="{D18CAA19-F19F-43A2-A352-797EE436A2C2}" type="presParOf" srcId="{3A5CD5FE-2854-4445-978E-9A97F4FE0531}" destId="{B66C579A-43BF-4E64-83BF-F6A8C11DF8C7}" srcOrd="0" destOrd="0" presId="urn:microsoft.com/office/officeart/2018/2/layout/IconVerticalSolidList"/>
    <dgm:cxn modelId="{E12BD80F-3D65-4439-B1F9-C775C6E24FC5}" type="presParOf" srcId="{3A5CD5FE-2854-4445-978E-9A97F4FE0531}" destId="{82EDE04A-677A-4344-81A4-5E9F88905602}" srcOrd="1" destOrd="0" presId="urn:microsoft.com/office/officeart/2018/2/layout/IconVerticalSolidList"/>
    <dgm:cxn modelId="{25EA6506-ED0C-428C-B737-BD867405BAAD}" type="presParOf" srcId="{3A5CD5FE-2854-4445-978E-9A97F4FE0531}" destId="{4349BA67-33ED-4A59-A42B-49B9C6997881}" srcOrd="2" destOrd="0" presId="urn:microsoft.com/office/officeart/2018/2/layout/IconVerticalSolidList"/>
    <dgm:cxn modelId="{531C1DF4-F86A-48F7-883A-35EA116FF2D9}" type="presParOf" srcId="{3A5CD5FE-2854-4445-978E-9A97F4FE0531}" destId="{73D61127-2120-4C5C-9221-C2C1CB5266CD}" srcOrd="3" destOrd="0" presId="urn:microsoft.com/office/officeart/2018/2/layout/IconVerticalSolidList"/>
    <dgm:cxn modelId="{A6EF6F01-3F2D-468D-A031-011B7CD437B3}" type="presParOf" srcId="{F4A27168-D411-4AC0-8E4A-2A5A2197740F}" destId="{3FDF43F3-9573-47B3-95BF-1D8396188F62}" srcOrd="1" destOrd="0" presId="urn:microsoft.com/office/officeart/2018/2/layout/IconVerticalSolidList"/>
    <dgm:cxn modelId="{F85AE515-3593-44BE-90EC-7C4DEA96C9E2}" type="presParOf" srcId="{F4A27168-D411-4AC0-8E4A-2A5A2197740F}" destId="{6FD76C95-C7C9-44CC-8D82-A761BFD636EB}" srcOrd="2" destOrd="0" presId="urn:microsoft.com/office/officeart/2018/2/layout/IconVerticalSolidList"/>
    <dgm:cxn modelId="{2ACBF273-B12D-4F7B-9155-C33142C942CD}" type="presParOf" srcId="{6FD76C95-C7C9-44CC-8D82-A761BFD636EB}" destId="{76F2CDDF-46AC-41DA-B2EF-55DBD8B4236D}" srcOrd="0" destOrd="0" presId="urn:microsoft.com/office/officeart/2018/2/layout/IconVerticalSolidList"/>
    <dgm:cxn modelId="{37D1E69D-E28B-4A7C-AD02-0BDD85D4C056}" type="presParOf" srcId="{6FD76C95-C7C9-44CC-8D82-A761BFD636EB}" destId="{7D03FA3E-DFF6-4BE8-AB07-A48ECE7AB276}" srcOrd="1" destOrd="0" presId="urn:microsoft.com/office/officeart/2018/2/layout/IconVerticalSolidList"/>
    <dgm:cxn modelId="{6B4CAA4C-5EFC-491A-8A11-63D4DCD4AF52}" type="presParOf" srcId="{6FD76C95-C7C9-44CC-8D82-A761BFD636EB}" destId="{BA589711-1A63-4213-83D2-2848420F9DC3}" srcOrd="2" destOrd="0" presId="urn:microsoft.com/office/officeart/2018/2/layout/IconVerticalSolidList"/>
    <dgm:cxn modelId="{BB24B2BD-AA88-46A0-8DED-C7CE6A361511}" type="presParOf" srcId="{6FD76C95-C7C9-44CC-8D82-A761BFD636EB}" destId="{2CEBCF34-CCF1-40E8-8F31-413C6CF16750}" srcOrd="3" destOrd="0" presId="urn:microsoft.com/office/officeart/2018/2/layout/IconVerticalSolidList"/>
    <dgm:cxn modelId="{8A2705CD-9673-4BC4-9D5C-673EAFC04F64}" type="presParOf" srcId="{F4A27168-D411-4AC0-8E4A-2A5A2197740F}" destId="{1B7D036C-5D7C-486B-8638-163C7BDC3D31}" srcOrd="3" destOrd="0" presId="urn:microsoft.com/office/officeart/2018/2/layout/IconVerticalSolidList"/>
    <dgm:cxn modelId="{F0B9AA97-40CC-460D-BC34-D78803E8C035}" type="presParOf" srcId="{F4A27168-D411-4AC0-8E4A-2A5A2197740F}" destId="{B4BE8F02-E86D-43CC-91AA-E966B6FF78A1}" srcOrd="4" destOrd="0" presId="urn:microsoft.com/office/officeart/2018/2/layout/IconVerticalSolidList"/>
    <dgm:cxn modelId="{DA56F848-440A-47EE-938A-6AAEDF63DE42}" type="presParOf" srcId="{B4BE8F02-E86D-43CC-91AA-E966B6FF78A1}" destId="{FE3A65D1-A32A-4D12-8DA0-1084C4EFB1E3}" srcOrd="0" destOrd="0" presId="urn:microsoft.com/office/officeart/2018/2/layout/IconVerticalSolidList"/>
    <dgm:cxn modelId="{66DDB5D9-4E44-4EAE-9FA6-9D2CDD2E7702}" type="presParOf" srcId="{B4BE8F02-E86D-43CC-91AA-E966B6FF78A1}" destId="{B3374EA0-3446-4EC9-A05E-841448BB4358}" srcOrd="1" destOrd="0" presId="urn:microsoft.com/office/officeart/2018/2/layout/IconVerticalSolidList"/>
    <dgm:cxn modelId="{AD8DD247-F077-42E0-9F83-697846963C92}" type="presParOf" srcId="{B4BE8F02-E86D-43CC-91AA-E966B6FF78A1}" destId="{A72256AF-F9D7-4730-B3E6-940AC2B00C77}" srcOrd="2" destOrd="0" presId="urn:microsoft.com/office/officeart/2018/2/layout/IconVerticalSolidList"/>
    <dgm:cxn modelId="{3D65A07C-F835-439A-9FCC-E324A53CED9C}" type="presParOf" srcId="{B4BE8F02-E86D-43CC-91AA-E966B6FF78A1}" destId="{E20D68D5-C382-46DC-8BC3-0B20597326E4}" srcOrd="3" destOrd="0" presId="urn:microsoft.com/office/officeart/2018/2/layout/IconVerticalSolidList"/>
    <dgm:cxn modelId="{D7E4E479-E764-4266-AA1A-78C197929818}" type="presParOf" srcId="{F4A27168-D411-4AC0-8E4A-2A5A2197740F}" destId="{FD51AF66-CD15-4311-A88B-6A1D8BFE8EFC}" srcOrd="5" destOrd="0" presId="urn:microsoft.com/office/officeart/2018/2/layout/IconVerticalSolidList"/>
    <dgm:cxn modelId="{42443530-E530-44E4-9D04-A54517787154}" type="presParOf" srcId="{F4A27168-D411-4AC0-8E4A-2A5A2197740F}" destId="{119E5203-A2AD-410A-B54B-9B4C8863E313}" srcOrd="6" destOrd="0" presId="urn:microsoft.com/office/officeart/2018/2/layout/IconVerticalSolidList"/>
    <dgm:cxn modelId="{C7544C2C-923C-441B-A100-EEAA995E44B7}" type="presParOf" srcId="{119E5203-A2AD-410A-B54B-9B4C8863E313}" destId="{A8522177-0E23-4CC0-B66C-7FCA8D268B20}" srcOrd="0" destOrd="0" presId="urn:microsoft.com/office/officeart/2018/2/layout/IconVerticalSolidList"/>
    <dgm:cxn modelId="{6D0B8BF1-999E-47C2-B545-6C85D1F15E5B}" type="presParOf" srcId="{119E5203-A2AD-410A-B54B-9B4C8863E313}" destId="{CD750993-18C8-4DF9-B7CF-B52370E0F196}" srcOrd="1" destOrd="0" presId="urn:microsoft.com/office/officeart/2018/2/layout/IconVerticalSolidList"/>
    <dgm:cxn modelId="{87AA161C-2ECD-4B85-A1F5-8AA5056B2DF1}" type="presParOf" srcId="{119E5203-A2AD-410A-B54B-9B4C8863E313}" destId="{EF86AD3B-A7D9-44D6-B0C5-64072944369A}" srcOrd="2" destOrd="0" presId="urn:microsoft.com/office/officeart/2018/2/layout/IconVerticalSolidList"/>
    <dgm:cxn modelId="{C6158A71-2050-41E7-B7CE-AE72D64FC54B}" type="presParOf" srcId="{119E5203-A2AD-410A-B54B-9B4C8863E313}" destId="{8E3B6144-7F1C-47B7-B537-F5E952727E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E95E055-E6EB-4208-9748-736030BED34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448B26-C2F6-4F02-9D57-6AB5D32E0A04}">
      <dgm:prSet/>
      <dgm:spPr/>
      <dgm:t>
        <a:bodyPr/>
        <a:lstStyle/>
        <a:p>
          <a:r>
            <a:rPr lang="en-US" b="0" i="0"/>
            <a:t>A server operating system designed for enterprise management.</a:t>
          </a:r>
          <a:endParaRPr lang="en-US"/>
        </a:p>
      </dgm:t>
    </dgm:pt>
    <dgm:pt modelId="{79D3F7BA-159A-4ADB-8709-DE314480F76E}" type="parTrans" cxnId="{701A1653-628F-4DD3-97DE-03DA0BEED4F2}">
      <dgm:prSet/>
      <dgm:spPr/>
      <dgm:t>
        <a:bodyPr/>
        <a:lstStyle/>
        <a:p>
          <a:endParaRPr lang="en-US"/>
        </a:p>
      </dgm:t>
    </dgm:pt>
    <dgm:pt modelId="{A399AFBF-2075-4F04-8D2D-DE869CEF5F1E}" type="sibTrans" cxnId="{701A1653-628F-4DD3-97DE-03DA0BEED4F2}">
      <dgm:prSet/>
      <dgm:spPr/>
      <dgm:t>
        <a:bodyPr/>
        <a:lstStyle/>
        <a:p>
          <a:endParaRPr lang="en-US"/>
        </a:p>
      </dgm:t>
    </dgm:pt>
    <dgm:pt modelId="{1EE0AE0C-0CCD-4FC1-A2C4-C579FFBC6A9C}">
      <dgm:prSet/>
      <dgm:spPr/>
      <dgm:t>
        <a:bodyPr/>
        <a:lstStyle/>
        <a:p>
          <a:r>
            <a:rPr lang="en-US" b="0" i="0"/>
            <a:t>Used for user control, networking, and security.</a:t>
          </a:r>
          <a:endParaRPr lang="en-US"/>
        </a:p>
      </dgm:t>
    </dgm:pt>
    <dgm:pt modelId="{C97550F2-09BF-473D-BF56-125EBDEFBA7F}" type="parTrans" cxnId="{D0A62655-9491-47A2-AD0C-1F66EADE8E3C}">
      <dgm:prSet/>
      <dgm:spPr/>
      <dgm:t>
        <a:bodyPr/>
        <a:lstStyle/>
        <a:p>
          <a:endParaRPr lang="en-US"/>
        </a:p>
      </dgm:t>
    </dgm:pt>
    <dgm:pt modelId="{BFAC2C22-5934-4500-BD61-02202563234D}" type="sibTrans" cxnId="{D0A62655-9491-47A2-AD0C-1F66EADE8E3C}">
      <dgm:prSet/>
      <dgm:spPr/>
      <dgm:t>
        <a:bodyPr/>
        <a:lstStyle/>
        <a:p>
          <a:endParaRPr lang="en-US"/>
        </a:p>
      </dgm:t>
    </dgm:pt>
    <dgm:pt modelId="{1F90F03A-5B25-46A1-B1B0-07C1C7FFD948}">
      <dgm:prSet/>
      <dgm:spPr/>
      <dgm:t>
        <a:bodyPr/>
        <a:lstStyle/>
        <a:p>
          <a:r>
            <a:rPr lang="en-US" b="0" i="0"/>
            <a:t>Supports virtualization and cloud integration.</a:t>
          </a:r>
          <a:endParaRPr lang="en-US"/>
        </a:p>
      </dgm:t>
    </dgm:pt>
    <dgm:pt modelId="{D6D052FE-B8D3-4554-8B1A-E6A9EBA6BEB9}" type="parTrans" cxnId="{75CF7884-47F6-4A6C-93E3-C7BEF3CA7C9E}">
      <dgm:prSet/>
      <dgm:spPr/>
      <dgm:t>
        <a:bodyPr/>
        <a:lstStyle/>
        <a:p>
          <a:endParaRPr lang="en-US"/>
        </a:p>
      </dgm:t>
    </dgm:pt>
    <dgm:pt modelId="{ECDDAC9C-B38D-4AF5-8FA5-3087F39576EB}" type="sibTrans" cxnId="{75CF7884-47F6-4A6C-93E3-C7BEF3CA7C9E}">
      <dgm:prSet/>
      <dgm:spPr/>
      <dgm:t>
        <a:bodyPr/>
        <a:lstStyle/>
        <a:p>
          <a:endParaRPr lang="en-US"/>
        </a:p>
      </dgm:t>
    </dgm:pt>
    <dgm:pt modelId="{3594E325-679B-46CA-87C4-ED28310440F3}" type="pres">
      <dgm:prSet presAssocID="{7E95E055-E6EB-4208-9748-736030BED348}" presName="linear" presStyleCnt="0">
        <dgm:presLayoutVars>
          <dgm:animLvl val="lvl"/>
          <dgm:resizeHandles val="exact"/>
        </dgm:presLayoutVars>
      </dgm:prSet>
      <dgm:spPr/>
    </dgm:pt>
    <dgm:pt modelId="{D6C032E8-808E-45A4-9A3E-FF6B5B4DF8C5}" type="pres">
      <dgm:prSet presAssocID="{17448B26-C2F6-4F02-9D57-6AB5D32E0A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7C8F2F-B2BB-49E7-AF08-8FE7C94F5B1E}" type="pres">
      <dgm:prSet presAssocID="{A399AFBF-2075-4F04-8D2D-DE869CEF5F1E}" presName="spacer" presStyleCnt="0"/>
      <dgm:spPr/>
    </dgm:pt>
    <dgm:pt modelId="{4EF97781-DF56-4F9B-98FF-5BF00282969A}" type="pres">
      <dgm:prSet presAssocID="{1EE0AE0C-0CCD-4FC1-A2C4-C579FFBC6A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773204-FA0B-4E76-A9C6-A4BFB392DF39}" type="pres">
      <dgm:prSet presAssocID="{BFAC2C22-5934-4500-BD61-02202563234D}" presName="spacer" presStyleCnt="0"/>
      <dgm:spPr/>
    </dgm:pt>
    <dgm:pt modelId="{516DBB6B-2566-4052-A3DD-29C6291BC898}" type="pres">
      <dgm:prSet presAssocID="{1F90F03A-5B25-46A1-B1B0-07C1C7FFD94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26B44B-26B4-43BB-A345-862D3F960B31}" type="presOf" srcId="{1EE0AE0C-0CCD-4FC1-A2C4-C579FFBC6A9C}" destId="{4EF97781-DF56-4F9B-98FF-5BF00282969A}" srcOrd="0" destOrd="0" presId="urn:microsoft.com/office/officeart/2005/8/layout/vList2"/>
    <dgm:cxn modelId="{701A1653-628F-4DD3-97DE-03DA0BEED4F2}" srcId="{7E95E055-E6EB-4208-9748-736030BED348}" destId="{17448B26-C2F6-4F02-9D57-6AB5D32E0A04}" srcOrd="0" destOrd="0" parTransId="{79D3F7BA-159A-4ADB-8709-DE314480F76E}" sibTransId="{A399AFBF-2075-4F04-8D2D-DE869CEF5F1E}"/>
    <dgm:cxn modelId="{D0A62655-9491-47A2-AD0C-1F66EADE8E3C}" srcId="{7E95E055-E6EB-4208-9748-736030BED348}" destId="{1EE0AE0C-0CCD-4FC1-A2C4-C579FFBC6A9C}" srcOrd="1" destOrd="0" parTransId="{C97550F2-09BF-473D-BF56-125EBDEFBA7F}" sibTransId="{BFAC2C22-5934-4500-BD61-02202563234D}"/>
    <dgm:cxn modelId="{75CF7884-47F6-4A6C-93E3-C7BEF3CA7C9E}" srcId="{7E95E055-E6EB-4208-9748-736030BED348}" destId="{1F90F03A-5B25-46A1-B1B0-07C1C7FFD948}" srcOrd="2" destOrd="0" parTransId="{D6D052FE-B8D3-4554-8B1A-E6A9EBA6BEB9}" sibTransId="{ECDDAC9C-B38D-4AF5-8FA5-3087F39576EB}"/>
    <dgm:cxn modelId="{C7BF7FAF-0772-4DDD-96C4-2D3317EA153C}" type="presOf" srcId="{17448B26-C2F6-4F02-9D57-6AB5D32E0A04}" destId="{D6C032E8-808E-45A4-9A3E-FF6B5B4DF8C5}" srcOrd="0" destOrd="0" presId="urn:microsoft.com/office/officeart/2005/8/layout/vList2"/>
    <dgm:cxn modelId="{9E15E3C7-8EE2-4E86-B516-7F0101E01C4F}" type="presOf" srcId="{1F90F03A-5B25-46A1-B1B0-07C1C7FFD948}" destId="{516DBB6B-2566-4052-A3DD-29C6291BC898}" srcOrd="0" destOrd="0" presId="urn:microsoft.com/office/officeart/2005/8/layout/vList2"/>
    <dgm:cxn modelId="{90E563EA-7A6D-4FBC-A681-3261F9A1160D}" type="presOf" srcId="{7E95E055-E6EB-4208-9748-736030BED348}" destId="{3594E325-679B-46CA-87C4-ED28310440F3}" srcOrd="0" destOrd="0" presId="urn:microsoft.com/office/officeart/2005/8/layout/vList2"/>
    <dgm:cxn modelId="{ED75594C-DF22-4C5F-9E3D-D8E2DED6F43E}" type="presParOf" srcId="{3594E325-679B-46CA-87C4-ED28310440F3}" destId="{D6C032E8-808E-45A4-9A3E-FF6B5B4DF8C5}" srcOrd="0" destOrd="0" presId="urn:microsoft.com/office/officeart/2005/8/layout/vList2"/>
    <dgm:cxn modelId="{77094C35-8819-46CD-BFEA-DE9E386B8C33}" type="presParOf" srcId="{3594E325-679B-46CA-87C4-ED28310440F3}" destId="{137C8F2F-B2BB-49E7-AF08-8FE7C94F5B1E}" srcOrd="1" destOrd="0" presId="urn:microsoft.com/office/officeart/2005/8/layout/vList2"/>
    <dgm:cxn modelId="{24392F7C-A9D0-490D-B068-BE20416C53A9}" type="presParOf" srcId="{3594E325-679B-46CA-87C4-ED28310440F3}" destId="{4EF97781-DF56-4F9B-98FF-5BF00282969A}" srcOrd="2" destOrd="0" presId="urn:microsoft.com/office/officeart/2005/8/layout/vList2"/>
    <dgm:cxn modelId="{4270B678-4924-4502-9407-8DC387165708}" type="presParOf" srcId="{3594E325-679B-46CA-87C4-ED28310440F3}" destId="{34773204-FA0B-4E76-A9C6-A4BFB392DF39}" srcOrd="3" destOrd="0" presId="urn:microsoft.com/office/officeart/2005/8/layout/vList2"/>
    <dgm:cxn modelId="{7B11D186-9696-4BED-93E4-972F57CAC78F}" type="presParOf" srcId="{3594E325-679B-46CA-87C4-ED28310440F3}" destId="{516DBB6B-2566-4052-A3DD-29C6291BC8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55BF6B3-FEB4-44A2-86C4-5A0D113CD83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7786EA-1F21-44E4-9E4B-3810D6A6136C}">
      <dgm:prSet/>
      <dgm:spPr/>
      <dgm:t>
        <a:bodyPr/>
        <a:lstStyle/>
        <a:p>
          <a:r>
            <a:rPr lang="en-US" b="0" i="0"/>
            <a:t>Enhanced security layers</a:t>
          </a:r>
          <a:endParaRPr lang="en-US"/>
        </a:p>
      </dgm:t>
    </dgm:pt>
    <dgm:pt modelId="{B224D870-0467-412D-BB77-DA6F552109B9}" type="parTrans" cxnId="{0761FB20-20E5-49B9-AE85-7A07ED216EF9}">
      <dgm:prSet/>
      <dgm:spPr/>
      <dgm:t>
        <a:bodyPr/>
        <a:lstStyle/>
        <a:p>
          <a:endParaRPr lang="en-US"/>
        </a:p>
      </dgm:t>
    </dgm:pt>
    <dgm:pt modelId="{EF3E04B3-81C5-463B-8DF9-99F021CBD922}" type="sibTrans" cxnId="{0761FB20-20E5-49B9-AE85-7A07ED216EF9}">
      <dgm:prSet/>
      <dgm:spPr/>
      <dgm:t>
        <a:bodyPr/>
        <a:lstStyle/>
        <a:p>
          <a:endParaRPr lang="en-US"/>
        </a:p>
      </dgm:t>
    </dgm:pt>
    <dgm:pt modelId="{BEA6183A-11F0-41A7-A8B8-4ADD43377519}">
      <dgm:prSet/>
      <dgm:spPr/>
      <dgm:t>
        <a:bodyPr/>
        <a:lstStyle/>
        <a:p>
          <a:r>
            <a:rPr lang="en-US" b="0" i="0"/>
            <a:t>Hybrid cloud support</a:t>
          </a:r>
          <a:endParaRPr lang="en-US"/>
        </a:p>
      </dgm:t>
    </dgm:pt>
    <dgm:pt modelId="{14EFF925-53E6-415C-83AD-F4AE215B2542}" type="parTrans" cxnId="{6920CC81-EB3C-4314-9E7C-D01D75707083}">
      <dgm:prSet/>
      <dgm:spPr/>
      <dgm:t>
        <a:bodyPr/>
        <a:lstStyle/>
        <a:p>
          <a:endParaRPr lang="en-US"/>
        </a:p>
      </dgm:t>
    </dgm:pt>
    <dgm:pt modelId="{5D69FCF8-804B-4DF0-ABE9-938B1E33A694}" type="sibTrans" cxnId="{6920CC81-EB3C-4314-9E7C-D01D75707083}">
      <dgm:prSet/>
      <dgm:spPr/>
      <dgm:t>
        <a:bodyPr/>
        <a:lstStyle/>
        <a:p>
          <a:endParaRPr lang="en-US"/>
        </a:p>
      </dgm:t>
    </dgm:pt>
    <dgm:pt modelId="{D37BD8DF-CF59-4607-92D8-01BF379D1195}">
      <dgm:prSet/>
      <dgm:spPr/>
      <dgm:t>
        <a:bodyPr/>
        <a:lstStyle/>
        <a:p>
          <a:r>
            <a:rPr lang="en-US" b="0" i="0"/>
            <a:t>Improved virtualization</a:t>
          </a:r>
          <a:endParaRPr lang="en-US"/>
        </a:p>
      </dgm:t>
    </dgm:pt>
    <dgm:pt modelId="{9C2484C6-B716-406B-AE35-71F3668447DD}" type="parTrans" cxnId="{C7D3DC15-7517-4E95-B9DA-FC49627EC342}">
      <dgm:prSet/>
      <dgm:spPr/>
      <dgm:t>
        <a:bodyPr/>
        <a:lstStyle/>
        <a:p>
          <a:endParaRPr lang="en-US"/>
        </a:p>
      </dgm:t>
    </dgm:pt>
    <dgm:pt modelId="{953E34D3-FC06-47B4-81FC-65D29E23E111}" type="sibTrans" cxnId="{C7D3DC15-7517-4E95-B9DA-FC49627EC342}">
      <dgm:prSet/>
      <dgm:spPr/>
      <dgm:t>
        <a:bodyPr/>
        <a:lstStyle/>
        <a:p>
          <a:endParaRPr lang="en-US"/>
        </a:p>
      </dgm:t>
    </dgm:pt>
    <dgm:pt modelId="{D49D2753-32F3-48CB-96E0-CD0F44301BE4}">
      <dgm:prSet/>
      <dgm:spPr/>
      <dgm:t>
        <a:bodyPr/>
        <a:lstStyle/>
        <a:p>
          <a:r>
            <a:rPr lang="en-US" b="0" i="0"/>
            <a:t>Centralized management tools</a:t>
          </a:r>
          <a:endParaRPr lang="en-US"/>
        </a:p>
      </dgm:t>
    </dgm:pt>
    <dgm:pt modelId="{70BE05DC-9397-4BD8-80EB-41D2777C2BC4}" type="parTrans" cxnId="{C6C4F5C3-212A-4D7A-ADFD-605FBB19A6AC}">
      <dgm:prSet/>
      <dgm:spPr/>
      <dgm:t>
        <a:bodyPr/>
        <a:lstStyle/>
        <a:p>
          <a:endParaRPr lang="en-US"/>
        </a:p>
      </dgm:t>
    </dgm:pt>
    <dgm:pt modelId="{56CB7010-C20B-461B-88B7-4D4AC293BEC7}" type="sibTrans" cxnId="{C6C4F5C3-212A-4D7A-ADFD-605FBB19A6AC}">
      <dgm:prSet/>
      <dgm:spPr/>
      <dgm:t>
        <a:bodyPr/>
        <a:lstStyle/>
        <a:p>
          <a:endParaRPr lang="en-US"/>
        </a:p>
      </dgm:t>
    </dgm:pt>
    <dgm:pt modelId="{5283C216-C69D-4156-88A5-0133E52663FD}" type="pres">
      <dgm:prSet presAssocID="{F55BF6B3-FEB4-44A2-86C4-5A0D113CD838}" presName="linear" presStyleCnt="0">
        <dgm:presLayoutVars>
          <dgm:dir/>
          <dgm:animLvl val="lvl"/>
          <dgm:resizeHandles val="exact"/>
        </dgm:presLayoutVars>
      </dgm:prSet>
      <dgm:spPr/>
    </dgm:pt>
    <dgm:pt modelId="{63B227E5-8241-417D-A284-6D58C14AEDA6}" type="pres">
      <dgm:prSet presAssocID="{9C7786EA-1F21-44E4-9E4B-3810D6A6136C}" presName="parentLin" presStyleCnt="0"/>
      <dgm:spPr/>
    </dgm:pt>
    <dgm:pt modelId="{48FB9343-DF7B-4604-86AB-8940ED78E330}" type="pres">
      <dgm:prSet presAssocID="{9C7786EA-1F21-44E4-9E4B-3810D6A6136C}" presName="parentLeftMargin" presStyleLbl="node1" presStyleIdx="0" presStyleCnt="4"/>
      <dgm:spPr/>
    </dgm:pt>
    <dgm:pt modelId="{673E41B5-B213-4473-8C1B-230229E1BEFC}" type="pres">
      <dgm:prSet presAssocID="{9C7786EA-1F21-44E4-9E4B-3810D6A6136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DF60C5-6119-4BBB-9891-ECA5F432A6A8}" type="pres">
      <dgm:prSet presAssocID="{9C7786EA-1F21-44E4-9E4B-3810D6A6136C}" presName="negativeSpace" presStyleCnt="0"/>
      <dgm:spPr/>
    </dgm:pt>
    <dgm:pt modelId="{031D8536-910D-43E6-9550-04D163AAF8FB}" type="pres">
      <dgm:prSet presAssocID="{9C7786EA-1F21-44E4-9E4B-3810D6A6136C}" presName="childText" presStyleLbl="conFgAcc1" presStyleIdx="0" presStyleCnt="4">
        <dgm:presLayoutVars>
          <dgm:bulletEnabled val="1"/>
        </dgm:presLayoutVars>
      </dgm:prSet>
      <dgm:spPr/>
    </dgm:pt>
    <dgm:pt modelId="{8A262468-7BF5-426F-A69B-01F48AF53D8E}" type="pres">
      <dgm:prSet presAssocID="{EF3E04B3-81C5-463B-8DF9-99F021CBD922}" presName="spaceBetweenRectangles" presStyleCnt="0"/>
      <dgm:spPr/>
    </dgm:pt>
    <dgm:pt modelId="{FFAF3B0D-FB31-4EB3-9EDC-D35746996185}" type="pres">
      <dgm:prSet presAssocID="{BEA6183A-11F0-41A7-A8B8-4ADD43377519}" presName="parentLin" presStyleCnt="0"/>
      <dgm:spPr/>
    </dgm:pt>
    <dgm:pt modelId="{15810482-C901-4C51-BD90-177BA9B09765}" type="pres">
      <dgm:prSet presAssocID="{BEA6183A-11F0-41A7-A8B8-4ADD43377519}" presName="parentLeftMargin" presStyleLbl="node1" presStyleIdx="0" presStyleCnt="4"/>
      <dgm:spPr/>
    </dgm:pt>
    <dgm:pt modelId="{40B858F3-415D-43E1-BD1F-0204ED24F3DF}" type="pres">
      <dgm:prSet presAssocID="{BEA6183A-11F0-41A7-A8B8-4ADD433775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544585-375F-4569-B04C-EDD6126F3D18}" type="pres">
      <dgm:prSet presAssocID="{BEA6183A-11F0-41A7-A8B8-4ADD43377519}" presName="negativeSpace" presStyleCnt="0"/>
      <dgm:spPr/>
    </dgm:pt>
    <dgm:pt modelId="{555962A7-8354-4DAA-9F11-81CFCC6415B7}" type="pres">
      <dgm:prSet presAssocID="{BEA6183A-11F0-41A7-A8B8-4ADD43377519}" presName="childText" presStyleLbl="conFgAcc1" presStyleIdx="1" presStyleCnt="4">
        <dgm:presLayoutVars>
          <dgm:bulletEnabled val="1"/>
        </dgm:presLayoutVars>
      </dgm:prSet>
      <dgm:spPr/>
    </dgm:pt>
    <dgm:pt modelId="{A9EB3D51-25B3-4D63-A1F9-D9595C511B32}" type="pres">
      <dgm:prSet presAssocID="{5D69FCF8-804B-4DF0-ABE9-938B1E33A694}" presName="spaceBetweenRectangles" presStyleCnt="0"/>
      <dgm:spPr/>
    </dgm:pt>
    <dgm:pt modelId="{6133C52D-A33C-434D-8D63-58DC06881F92}" type="pres">
      <dgm:prSet presAssocID="{D37BD8DF-CF59-4607-92D8-01BF379D1195}" presName="parentLin" presStyleCnt="0"/>
      <dgm:spPr/>
    </dgm:pt>
    <dgm:pt modelId="{23278187-4EAD-4C2D-BC0A-0A56D0214E7A}" type="pres">
      <dgm:prSet presAssocID="{D37BD8DF-CF59-4607-92D8-01BF379D1195}" presName="parentLeftMargin" presStyleLbl="node1" presStyleIdx="1" presStyleCnt="4"/>
      <dgm:spPr/>
    </dgm:pt>
    <dgm:pt modelId="{23FAA941-8024-41C9-93D6-22A0CB50879E}" type="pres">
      <dgm:prSet presAssocID="{D37BD8DF-CF59-4607-92D8-01BF379D11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D776C7-6A00-49B0-8932-34AA1A1307A6}" type="pres">
      <dgm:prSet presAssocID="{D37BD8DF-CF59-4607-92D8-01BF379D1195}" presName="negativeSpace" presStyleCnt="0"/>
      <dgm:spPr/>
    </dgm:pt>
    <dgm:pt modelId="{13546912-33EC-4796-808B-CFCB77041C65}" type="pres">
      <dgm:prSet presAssocID="{D37BD8DF-CF59-4607-92D8-01BF379D1195}" presName="childText" presStyleLbl="conFgAcc1" presStyleIdx="2" presStyleCnt="4">
        <dgm:presLayoutVars>
          <dgm:bulletEnabled val="1"/>
        </dgm:presLayoutVars>
      </dgm:prSet>
      <dgm:spPr/>
    </dgm:pt>
    <dgm:pt modelId="{0927D205-5B03-4CA3-A78E-2BC27186010E}" type="pres">
      <dgm:prSet presAssocID="{953E34D3-FC06-47B4-81FC-65D29E23E111}" presName="spaceBetweenRectangles" presStyleCnt="0"/>
      <dgm:spPr/>
    </dgm:pt>
    <dgm:pt modelId="{7C644EB1-A954-4D38-8257-0378A863AE23}" type="pres">
      <dgm:prSet presAssocID="{D49D2753-32F3-48CB-96E0-CD0F44301BE4}" presName="parentLin" presStyleCnt="0"/>
      <dgm:spPr/>
    </dgm:pt>
    <dgm:pt modelId="{15A7E87C-D90E-4814-A1DA-AC18F4A92C0C}" type="pres">
      <dgm:prSet presAssocID="{D49D2753-32F3-48CB-96E0-CD0F44301BE4}" presName="parentLeftMargin" presStyleLbl="node1" presStyleIdx="2" presStyleCnt="4"/>
      <dgm:spPr/>
    </dgm:pt>
    <dgm:pt modelId="{0CDD567E-773E-4545-9D1A-221B836994FD}" type="pres">
      <dgm:prSet presAssocID="{D49D2753-32F3-48CB-96E0-CD0F44301BE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6403372-8B80-42FD-AC42-8E08C424A6F1}" type="pres">
      <dgm:prSet presAssocID="{D49D2753-32F3-48CB-96E0-CD0F44301BE4}" presName="negativeSpace" presStyleCnt="0"/>
      <dgm:spPr/>
    </dgm:pt>
    <dgm:pt modelId="{D46E4D79-742B-4509-BE34-0907E1D5F9FA}" type="pres">
      <dgm:prSet presAssocID="{D49D2753-32F3-48CB-96E0-CD0F44301BE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7D3DC15-7517-4E95-B9DA-FC49627EC342}" srcId="{F55BF6B3-FEB4-44A2-86C4-5A0D113CD838}" destId="{D37BD8DF-CF59-4607-92D8-01BF379D1195}" srcOrd="2" destOrd="0" parTransId="{9C2484C6-B716-406B-AE35-71F3668447DD}" sibTransId="{953E34D3-FC06-47B4-81FC-65D29E23E111}"/>
    <dgm:cxn modelId="{0761FB20-20E5-49B9-AE85-7A07ED216EF9}" srcId="{F55BF6B3-FEB4-44A2-86C4-5A0D113CD838}" destId="{9C7786EA-1F21-44E4-9E4B-3810D6A6136C}" srcOrd="0" destOrd="0" parTransId="{B224D870-0467-412D-BB77-DA6F552109B9}" sibTransId="{EF3E04B3-81C5-463B-8DF9-99F021CBD922}"/>
    <dgm:cxn modelId="{C494E03F-BEDA-4D8C-BBD8-E8B2700AF711}" type="presOf" srcId="{BEA6183A-11F0-41A7-A8B8-4ADD43377519}" destId="{40B858F3-415D-43E1-BD1F-0204ED24F3DF}" srcOrd="1" destOrd="0" presId="urn:microsoft.com/office/officeart/2005/8/layout/list1"/>
    <dgm:cxn modelId="{7A13BE40-772B-47CB-B355-FF2DDEC62EA3}" type="presOf" srcId="{9C7786EA-1F21-44E4-9E4B-3810D6A6136C}" destId="{673E41B5-B213-4473-8C1B-230229E1BEFC}" srcOrd="1" destOrd="0" presId="urn:microsoft.com/office/officeart/2005/8/layout/list1"/>
    <dgm:cxn modelId="{45B81D61-91B8-4D5E-B30B-75BD6D25FAB4}" type="presOf" srcId="{BEA6183A-11F0-41A7-A8B8-4ADD43377519}" destId="{15810482-C901-4C51-BD90-177BA9B09765}" srcOrd="0" destOrd="0" presId="urn:microsoft.com/office/officeart/2005/8/layout/list1"/>
    <dgm:cxn modelId="{0D00C274-7FA4-423E-9641-7031B5A1E011}" type="presOf" srcId="{9C7786EA-1F21-44E4-9E4B-3810D6A6136C}" destId="{48FB9343-DF7B-4604-86AB-8940ED78E330}" srcOrd="0" destOrd="0" presId="urn:microsoft.com/office/officeart/2005/8/layout/list1"/>
    <dgm:cxn modelId="{BF37F954-2652-457A-8A75-3A084E0DCCC1}" type="presOf" srcId="{D37BD8DF-CF59-4607-92D8-01BF379D1195}" destId="{23FAA941-8024-41C9-93D6-22A0CB50879E}" srcOrd="1" destOrd="0" presId="urn:microsoft.com/office/officeart/2005/8/layout/list1"/>
    <dgm:cxn modelId="{6920CC81-EB3C-4314-9E7C-D01D75707083}" srcId="{F55BF6B3-FEB4-44A2-86C4-5A0D113CD838}" destId="{BEA6183A-11F0-41A7-A8B8-4ADD43377519}" srcOrd="1" destOrd="0" parTransId="{14EFF925-53E6-415C-83AD-F4AE215B2542}" sibTransId="{5D69FCF8-804B-4DF0-ABE9-938B1E33A694}"/>
    <dgm:cxn modelId="{97B1BF99-0EDA-4ECD-BA1E-69B8200D6C15}" type="presOf" srcId="{D49D2753-32F3-48CB-96E0-CD0F44301BE4}" destId="{0CDD567E-773E-4545-9D1A-221B836994FD}" srcOrd="1" destOrd="0" presId="urn:microsoft.com/office/officeart/2005/8/layout/list1"/>
    <dgm:cxn modelId="{01970FA5-4B3C-42FA-8B6E-5FD80A894695}" type="presOf" srcId="{F55BF6B3-FEB4-44A2-86C4-5A0D113CD838}" destId="{5283C216-C69D-4156-88A5-0133E52663FD}" srcOrd="0" destOrd="0" presId="urn:microsoft.com/office/officeart/2005/8/layout/list1"/>
    <dgm:cxn modelId="{49B0EFA6-40CD-4794-94CB-4CDC06AE007C}" type="presOf" srcId="{D49D2753-32F3-48CB-96E0-CD0F44301BE4}" destId="{15A7E87C-D90E-4814-A1DA-AC18F4A92C0C}" srcOrd="0" destOrd="0" presId="urn:microsoft.com/office/officeart/2005/8/layout/list1"/>
    <dgm:cxn modelId="{D1FFBBC0-17BE-4523-9D2E-A93213CA7C7A}" type="presOf" srcId="{D37BD8DF-CF59-4607-92D8-01BF379D1195}" destId="{23278187-4EAD-4C2D-BC0A-0A56D0214E7A}" srcOrd="0" destOrd="0" presId="urn:microsoft.com/office/officeart/2005/8/layout/list1"/>
    <dgm:cxn modelId="{C6C4F5C3-212A-4D7A-ADFD-605FBB19A6AC}" srcId="{F55BF6B3-FEB4-44A2-86C4-5A0D113CD838}" destId="{D49D2753-32F3-48CB-96E0-CD0F44301BE4}" srcOrd="3" destOrd="0" parTransId="{70BE05DC-9397-4BD8-80EB-41D2777C2BC4}" sibTransId="{56CB7010-C20B-461B-88B7-4D4AC293BEC7}"/>
    <dgm:cxn modelId="{3A1CFB9E-E6FA-4628-A1F8-128294041F73}" type="presParOf" srcId="{5283C216-C69D-4156-88A5-0133E52663FD}" destId="{63B227E5-8241-417D-A284-6D58C14AEDA6}" srcOrd="0" destOrd="0" presId="urn:microsoft.com/office/officeart/2005/8/layout/list1"/>
    <dgm:cxn modelId="{CB192930-F17A-4136-AC4D-B07679C909DC}" type="presParOf" srcId="{63B227E5-8241-417D-A284-6D58C14AEDA6}" destId="{48FB9343-DF7B-4604-86AB-8940ED78E330}" srcOrd="0" destOrd="0" presId="urn:microsoft.com/office/officeart/2005/8/layout/list1"/>
    <dgm:cxn modelId="{4DE75D9B-9961-4E95-BFEA-43C20EB5C4B3}" type="presParOf" srcId="{63B227E5-8241-417D-A284-6D58C14AEDA6}" destId="{673E41B5-B213-4473-8C1B-230229E1BEFC}" srcOrd="1" destOrd="0" presId="urn:microsoft.com/office/officeart/2005/8/layout/list1"/>
    <dgm:cxn modelId="{60C8BFE1-67BB-4DFB-BD44-A074A9F51D3F}" type="presParOf" srcId="{5283C216-C69D-4156-88A5-0133E52663FD}" destId="{2BDF60C5-6119-4BBB-9891-ECA5F432A6A8}" srcOrd="1" destOrd="0" presId="urn:microsoft.com/office/officeart/2005/8/layout/list1"/>
    <dgm:cxn modelId="{54390C83-2247-4BBA-8C77-F08D71EBFF98}" type="presParOf" srcId="{5283C216-C69D-4156-88A5-0133E52663FD}" destId="{031D8536-910D-43E6-9550-04D163AAF8FB}" srcOrd="2" destOrd="0" presId="urn:microsoft.com/office/officeart/2005/8/layout/list1"/>
    <dgm:cxn modelId="{86E73448-D0F7-4FDE-986E-561B110E2271}" type="presParOf" srcId="{5283C216-C69D-4156-88A5-0133E52663FD}" destId="{8A262468-7BF5-426F-A69B-01F48AF53D8E}" srcOrd="3" destOrd="0" presId="urn:microsoft.com/office/officeart/2005/8/layout/list1"/>
    <dgm:cxn modelId="{32CCD722-0E61-4F61-BEBD-F70F365E6D64}" type="presParOf" srcId="{5283C216-C69D-4156-88A5-0133E52663FD}" destId="{FFAF3B0D-FB31-4EB3-9EDC-D35746996185}" srcOrd="4" destOrd="0" presId="urn:microsoft.com/office/officeart/2005/8/layout/list1"/>
    <dgm:cxn modelId="{6E592BAB-8043-4F41-921C-2166E8499DF4}" type="presParOf" srcId="{FFAF3B0D-FB31-4EB3-9EDC-D35746996185}" destId="{15810482-C901-4C51-BD90-177BA9B09765}" srcOrd="0" destOrd="0" presId="urn:microsoft.com/office/officeart/2005/8/layout/list1"/>
    <dgm:cxn modelId="{E53E1D17-A33B-4C47-B39B-2C6EDC825EEB}" type="presParOf" srcId="{FFAF3B0D-FB31-4EB3-9EDC-D35746996185}" destId="{40B858F3-415D-43E1-BD1F-0204ED24F3DF}" srcOrd="1" destOrd="0" presId="urn:microsoft.com/office/officeart/2005/8/layout/list1"/>
    <dgm:cxn modelId="{EF323812-4703-4D9D-80F3-195288FE758E}" type="presParOf" srcId="{5283C216-C69D-4156-88A5-0133E52663FD}" destId="{6E544585-375F-4569-B04C-EDD6126F3D18}" srcOrd="5" destOrd="0" presId="urn:microsoft.com/office/officeart/2005/8/layout/list1"/>
    <dgm:cxn modelId="{BE9D3451-0E38-491F-A938-22EE26EE73EA}" type="presParOf" srcId="{5283C216-C69D-4156-88A5-0133E52663FD}" destId="{555962A7-8354-4DAA-9F11-81CFCC6415B7}" srcOrd="6" destOrd="0" presId="urn:microsoft.com/office/officeart/2005/8/layout/list1"/>
    <dgm:cxn modelId="{80562720-9E23-48A8-8D0B-9593CFF3FC61}" type="presParOf" srcId="{5283C216-C69D-4156-88A5-0133E52663FD}" destId="{A9EB3D51-25B3-4D63-A1F9-D9595C511B32}" srcOrd="7" destOrd="0" presId="urn:microsoft.com/office/officeart/2005/8/layout/list1"/>
    <dgm:cxn modelId="{09CBB3EE-89A5-4873-BCB8-0AD32D3916E8}" type="presParOf" srcId="{5283C216-C69D-4156-88A5-0133E52663FD}" destId="{6133C52D-A33C-434D-8D63-58DC06881F92}" srcOrd="8" destOrd="0" presId="urn:microsoft.com/office/officeart/2005/8/layout/list1"/>
    <dgm:cxn modelId="{FBD06677-6859-4017-AF8A-A2539FFFA93E}" type="presParOf" srcId="{6133C52D-A33C-434D-8D63-58DC06881F92}" destId="{23278187-4EAD-4C2D-BC0A-0A56D0214E7A}" srcOrd="0" destOrd="0" presId="urn:microsoft.com/office/officeart/2005/8/layout/list1"/>
    <dgm:cxn modelId="{70A9179C-8B9D-4AC5-8BB8-9C72E67B5147}" type="presParOf" srcId="{6133C52D-A33C-434D-8D63-58DC06881F92}" destId="{23FAA941-8024-41C9-93D6-22A0CB50879E}" srcOrd="1" destOrd="0" presId="urn:microsoft.com/office/officeart/2005/8/layout/list1"/>
    <dgm:cxn modelId="{483E903A-6976-4362-A120-DA7B0C18E05A}" type="presParOf" srcId="{5283C216-C69D-4156-88A5-0133E52663FD}" destId="{BDD776C7-6A00-49B0-8932-34AA1A1307A6}" srcOrd="9" destOrd="0" presId="urn:microsoft.com/office/officeart/2005/8/layout/list1"/>
    <dgm:cxn modelId="{CE5F69BD-022E-4995-9F57-CB64117055B4}" type="presParOf" srcId="{5283C216-C69D-4156-88A5-0133E52663FD}" destId="{13546912-33EC-4796-808B-CFCB77041C65}" srcOrd="10" destOrd="0" presId="urn:microsoft.com/office/officeart/2005/8/layout/list1"/>
    <dgm:cxn modelId="{E519BE48-AFBF-4A41-BF33-E185671C0DA1}" type="presParOf" srcId="{5283C216-C69D-4156-88A5-0133E52663FD}" destId="{0927D205-5B03-4CA3-A78E-2BC27186010E}" srcOrd="11" destOrd="0" presId="urn:microsoft.com/office/officeart/2005/8/layout/list1"/>
    <dgm:cxn modelId="{BA83DFBC-1D99-4E51-BF25-85551F20380F}" type="presParOf" srcId="{5283C216-C69D-4156-88A5-0133E52663FD}" destId="{7C644EB1-A954-4D38-8257-0378A863AE23}" srcOrd="12" destOrd="0" presId="urn:microsoft.com/office/officeart/2005/8/layout/list1"/>
    <dgm:cxn modelId="{40C054AB-9BD7-4347-9AE4-726522622F42}" type="presParOf" srcId="{7C644EB1-A954-4D38-8257-0378A863AE23}" destId="{15A7E87C-D90E-4814-A1DA-AC18F4A92C0C}" srcOrd="0" destOrd="0" presId="urn:microsoft.com/office/officeart/2005/8/layout/list1"/>
    <dgm:cxn modelId="{8253676A-DC47-49E3-B722-335226A65B51}" type="presParOf" srcId="{7C644EB1-A954-4D38-8257-0378A863AE23}" destId="{0CDD567E-773E-4545-9D1A-221B836994FD}" srcOrd="1" destOrd="0" presId="urn:microsoft.com/office/officeart/2005/8/layout/list1"/>
    <dgm:cxn modelId="{44FAA95F-7847-4D52-958F-2E1371D5DAE0}" type="presParOf" srcId="{5283C216-C69D-4156-88A5-0133E52663FD}" destId="{36403372-8B80-42FD-AC42-8E08C424A6F1}" srcOrd="13" destOrd="0" presId="urn:microsoft.com/office/officeart/2005/8/layout/list1"/>
    <dgm:cxn modelId="{572EE343-AAB8-4E9E-B286-3DF4231DA9D1}" type="presParOf" srcId="{5283C216-C69D-4156-88A5-0133E52663FD}" destId="{D46E4D79-742B-4509-BE34-0907E1D5F9F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F55660A-1D34-439D-8FB5-92DF0DEF9AC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C7C7C9-A457-4A42-A3C8-FF8F4B8B35F8}">
      <dgm:prSet/>
      <dgm:spPr/>
      <dgm:t>
        <a:bodyPr/>
        <a:lstStyle/>
        <a:p>
          <a:r>
            <a:rPr lang="en-US" b="0" i="0"/>
            <a:t>Standard: Small to medium businesses</a:t>
          </a:r>
          <a:endParaRPr lang="en-US"/>
        </a:p>
      </dgm:t>
    </dgm:pt>
    <dgm:pt modelId="{313C328F-33DB-47DA-8FB4-51C67846B9D0}" type="parTrans" cxnId="{A9EE6130-E73C-4A4E-9E5C-774702872D95}">
      <dgm:prSet/>
      <dgm:spPr/>
      <dgm:t>
        <a:bodyPr/>
        <a:lstStyle/>
        <a:p>
          <a:endParaRPr lang="en-US"/>
        </a:p>
      </dgm:t>
    </dgm:pt>
    <dgm:pt modelId="{9F544BCC-E255-4E3A-935F-4247FA3CA5C3}" type="sibTrans" cxnId="{A9EE6130-E73C-4A4E-9E5C-774702872D95}">
      <dgm:prSet/>
      <dgm:spPr/>
      <dgm:t>
        <a:bodyPr/>
        <a:lstStyle/>
        <a:p>
          <a:endParaRPr lang="en-US"/>
        </a:p>
      </dgm:t>
    </dgm:pt>
    <dgm:pt modelId="{DC4093EA-E41B-4E2F-9D76-0FB3FEA0BD38}">
      <dgm:prSet/>
      <dgm:spPr/>
      <dgm:t>
        <a:bodyPr/>
        <a:lstStyle/>
        <a:p>
          <a:r>
            <a:rPr lang="en-US" b="0" i="0"/>
            <a:t>Datacenter: Large enterprises &amp; virtualization</a:t>
          </a:r>
          <a:endParaRPr lang="en-US"/>
        </a:p>
      </dgm:t>
    </dgm:pt>
    <dgm:pt modelId="{2C9D165F-013A-48FF-B728-C1BEA7B5335D}" type="parTrans" cxnId="{924F28E5-00F6-46E6-8AF1-6269C6367CC4}">
      <dgm:prSet/>
      <dgm:spPr/>
      <dgm:t>
        <a:bodyPr/>
        <a:lstStyle/>
        <a:p>
          <a:endParaRPr lang="en-US"/>
        </a:p>
      </dgm:t>
    </dgm:pt>
    <dgm:pt modelId="{A8AF6691-35CC-4A20-B434-7F33A78A1CC8}" type="sibTrans" cxnId="{924F28E5-00F6-46E6-8AF1-6269C6367CC4}">
      <dgm:prSet/>
      <dgm:spPr/>
      <dgm:t>
        <a:bodyPr/>
        <a:lstStyle/>
        <a:p>
          <a:endParaRPr lang="en-US"/>
        </a:p>
      </dgm:t>
    </dgm:pt>
    <dgm:pt modelId="{2B5E382B-1796-4D48-8CDE-DAA634E66CD0}">
      <dgm:prSet/>
      <dgm:spPr/>
      <dgm:t>
        <a:bodyPr/>
        <a:lstStyle/>
        <a:p>
          <a:r>
            <a:rPr lang="en-US" b="0" i="0"/>
            <a:t>Essentials: Basic server needs</a:t>
          </a:r>
          <a:endParaRPr lang="en-US"/>
        </a:p>
      </dgm:t>
    </dgm:pt>
    <dgm:pt modelId="{C2EB4541-7BE6-45E4-8743-191E8A66DC5E}" type="parTrans" cxnId="{01C3D843-6608-4AED-B0D9-4CB6AC788A4A}">
      <dgm:prSet/>
      <dgm:spPr/>
      <dgm:t>
        <a:bodyPr/>
        <a:lstStyle/>
        <a:p>
          <a:endParaRPr lang="en-US"/>
        </a:p>
      </dgm:t>
    </dgm:pt>
    <dgm:pt modelId="{E8A73CA6-FE6B-42C8-B25C-FDE9C0EC0350}" type="sibTrans" cxnId="{01C3D843-6608-4AED-B0D9-4CB6AC788A4A}">
      <dgm:prSet/>
      <dgm:spPr/>
      <dgm:t>
        <a:bodyPr/>
        <a:lstStyle/>
        <a:p>
          <a:endParaRPr lang="en-US"/>
        </a:p>
      </dgm:t>
    </dgm:pt>
    <dgm:pt modelId="{B0C41601-23B4-440F-85F1-AAC0E1922527}" type="pres">
      <dgm:prSet presAssocID="{FF55660A-1D34-439D-8FB5-92DF0DEF9ACE}" presName="root" presStyleCnt="0">
        <dgm:presLayoutVars>
          <dgm:dir/>
          <dgm:resizeHandles val="exact"/>
        </dgm:presLayoutVars>
      </dgm:prSet>
      <dgm:spPr/>
    </dgm:pt>
    <dgm:pt modelId="{041D4F4D-1D1A-46FE-AD48-01E00912400E}" type="pres">
      <dgm:prSet presAssocID="{38C7C7C9-A457-4A42-A3C8-FF8F4B8B35F8}" presName="compNode" presStyleCnt="0"/>
      <dgm:spPr/>
    </dgm:pt>
    <dgm:pt modelId="{BE82E691-6EBA-48FF-8DB6-AFDBFB93D936}" type="pres">
      <dgm:prSet presAssocID="{38C7C7C9-A457-4A42-A3C8-FF8F4B8B35F8}" presName="bgRect" presStyleLbl="bgShp" presStyleIdx="0" presStyleCnt="3"/>
      <dgm:spPr/>
    </dgm:pt>
    <dgm:pt modelId="{2AEF5468-26CB-4EB4-97F7-0BAF26BE7D62}" type="pres">
      <dgm:prSet presAssocID="{38C7C7C9-A457-4A42-A3C8-FF8F4B8B35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EC5D7830-8DDD-411B-95F1-BE1EC7A57B5A}" type="pres">
      <dgm:prSet presAssocID="{38C7C7C9-A457-4A42-A3C8-FF8F4B8B35F8}" presName="spaceRect" presStyleCnt="0"/>
      <dgm:spPr/>
    </dgm:pt>
    <dgm:pt modelId="{D5561610-AF0C-476D-AC11-3BFFEF7A185E}" type="pres">
      <dgm:prSet presAssocID="{38C7C7C9-A457-4A42-A3C8-FF8F4B8B35F8}" presName="parTx" presStyleLbl="revTx" presStyleIdx="0" presStyleCnt="3">
        <dgm:presLayoutVars>
          <dgm:chMax val="0"/>
          <dgm:chPref val="0"/>
        </dgm:presLayoutVars>
      </dgm:prSet>
      <dgm:spPr/>
    </dgm:pt>
    <dgm:pt modelId="{9A794991-BA60-46E1-BB48-AFE5FB13511E}" type="pres">
      <dgm:prSet presAssocID="{9F544BCC-E255-4E3A-935F-4247FA3CA5C3}" presName="sibTrans" presStyleCnt="0"/>
      <dgm:spPr/>
    </dgm:pt>
    <dgm:pt modelId="{802AE3D4-F4ED-4FE8-87F2-612B47751D4F}" type="pres">
      <dgm:prSet presAssocID="{DC4093EA-E41B-4E2F-9D76-0FB3FEA0BD38}" presName="compNode" presStyleCnt="0"/>
      <dgm:spPr/>
    </dgm:pt>
    <dgm:pt modelId="{74C7A6DF-98F3-4595-B45C-7AC494CAFF27}" type="pres">
      <dgm:prSet presAssocID="{DC4093EA-E41B-4E2F-9D76-0FB3FEA0BD38}" presName="bgRect" presStyleLbl="bgShp" presStyleIdx="1" presStyleCnt="3"/>
      <dgm:spPr/>
    </dgm:pt>
    <dgm:pt modelId="{5947586C-26FF-4B30-A49D-D0F0FF38A2FC}" type="pres">
      <dgm:prSet presAssocID="{DC4093EA-E41B-4E2F-9D76-0FB3FEA0BD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BF6A53F-75D7-4D2A-8CAB-85BE6856CDF4}" type="pres">
      <dgm:prSet presAssocID="{DC4093EA-E41B-4E2F-9D76-0FB3FEA0BD38}" presName="spaceRect" presStyleCnt="0"/>
      <dgm:spPr/>
    </dgm:pt>
    <dgm:pt modelId="{4FD222BA-5ECA-4ED6-B443-DCFA6CC03D42}" type="pres">
      <dgm:prSet presAssocID="{DC4093EA-E41B-4E2F-9D76-0FB3FEA0BD38}" presName="parTx" presStyleLbl="revTx" presStyleIdx="1" presStyleCnt="3">
        <dgm:presLayoutVars>
          <dgm:chMax val="0"/>
          <dgm:chPref val="0"/>
        </dgm:presLayoutVars>
      </dgm:prSet>
      <dgm:spPr/>
    </dgm:pt>
    <dgm:pt modelId="{41336FC4-E6CA-4EE2-96E0-E4A2F8597799}" type="pres">
      <dgm:prSet presAssocID="{A8AF6691-35CC-4A20-B434-7F33A78A1CC8}" presName="sibTrans" presStyleCnt="0"/>
      <dgm:spPr/>
    </dgm:pt>
    <dgm:pt modelId="{77EDB112-345B-48C4-AD25-64F4B881D26D}" type="pres">
      <dgm:prSet presAssocID="{2B5E382B-1796-4D48-8CDE-DAA634E66CD0}" presName="compNode" presStyleCnt="0"/>
      <dgm:spPr/>
    </dgm:pt>
    <dgm:pt modelId="{464D3EDE-8A24-4C46-9438-2DE0E03F4189}" type="pres">
      <dgm:prSet presAssocID="{2B5E382B-1796-4D48-8CDE-DAA634E66CD0}" presName="bgRect" presStyleLbl="bgShp" presStyleIdx="2" presStyleCnt="3"/>
      <dgm:spPr/>
    </dgm:pt>
    <dgm:pt modelId="{89D60A81-14CF-427B-BA84-01B17F7CE0FB}" type="pres">
      <dgm:prSet presAssocID="{2B5E382B-1796-4D48-8CDE-DAA634E66C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464FD17-01CF-40CF-AE3C-7F32842A3DFF}" type="pres">
      <dgm:prSet presAssocID="{2B5E382B-1796-4D48-8CDE-DAA634E66CD0}" presName="spaceRect" presStyleCnt="0"/>
      <dgm:spPr/>
    </dgm:pt>
    <dgm:pt modelId="{55E1DA2D-4A9F-44A5-987B-B0C2816A26AE}" type="pres">
      <dgm:prSet presAssocID="{2B5E382B-1796-4D48-8CDE-DAA634E66C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79F5C18-BCC1-4D64-93D7-98BE675D6CA8}" type="presOf" srcId="{DC4093EA-E41B-4E2F-9D76-0FB3FEA0BD38}" destId="{4FD222BA-5ECA-4ED6-B443-DCFA6CC03D42}" srcOrd="0" destOrd="0" presId="urn:microsoft.com/office/officeart/2018/2/layout/IconVerticalSolidList"/>
    <dgm:cxn modelId="{A9EE6130-E73C-4A4E-9E5C-774702872D95}" srcId="{FF55660A-1D34-439D-8FB5-92DF0DEF9ACE}" destId="{38C7C7C9-A457-4A42-A3C8-FF8F4B8B35F8}" srcOrd="0" destOrd="0" parTransId="{313C328F-33DB-47DA-8FB4-51C67846B9D0}" sibTransId="{9F544BCC-E255-4E3A-935F-4247FA3CA5C3}"/>
    <dgm:cxn modelId="{01C3D843-6608-4AED-B0D9-4CB6AC788A4A}" srcId="{FF55660A-1D34-439D-8FB5-92DF0DEF9ACE}" destId="{2B5E382B-1796-4D48-8CDE-DAA634E66CD0}" srcOrd="2" destOrd="0" parTransId="{C2EB4541-7BE6-45E4-8743-191E8A66DC5E}" sibTransId="{E8A73CA6-FE6B-42C8-B25C-FDE9C0EC0350}"/>
    <dgm:cxn modelId="{F8AA7947-8C74-4CDE-9B2F-475B75ED193A}" type="presOf" srcId="{FF55660A-1D34-439D-8FB5-92DF0DEF9ACE}" destId="{B0C41601-23B4-440F-85F1-AAC0E1922527}" srcOrd="0" destOrd="0" presId="urn:microsoft.com/office/officeart/2018/2/layout/IconVerticalSolidList"/>
    <dgm:cxn modelId="{3530F555-1FF2-4097-96E0-1C48D786060F}" type="presOf" srcId="{38C7C7C9-A457-4A42-A3C8-FF8F4B8B35F8}" destId="{D5561610-AF0C-476D-AC11-3BFFEF7A185E}" srcOrd="0" destOrd="0" presId="urn:microsoft.com/office/officeart/2018/2/layout/IconVerticalSolidList"/>
    <dgm:cxn modelId="{620E8DBA-D800-4C6A-AF24-5A866DB89738}" type="presOf" srcId="{2B5E382B-1796-4D48-8CDE-DAA634E66CD0}" destId="{55E1DA2D-4A9F-44A5-987B-B0C2816A26AE}" srcOrd="0" destOrd="0" presId="urn:microsoft.com/office/officeart/2018/2/layout/IconVerticalSolidList"/>
    <dgm:cxn modelId="{924F28E5-00F6-46E6-8AF1-6269C6367CC4}" srcId="{FF55660A-1D34-439D-8FB5-92DF0DEF9ACE}" destId="{DC4093EA-E41B-4E2F-9D76-0FB3FEA0BD38}" srcOrd="1" destOrd="0" parTransId="{2C9D165F-013A-48FF-B728-C1BEA7B5335D}" sibTransId="{A8AF6691-35CC-4A20-B434-7F33A78A1CC8}"/>
    <dgm:cxn modelId="{C199A52C-2063-4B4A-9D33-52692180686B}" type="presParOf" srcId="{B0C41601-23B4-440F-85F1-AAC0E1922527}" destId="{041D4F4D-1D1A-46FE-AD48-01E00912400E}" srcOrd="0" destOrd="0" presId="urn:microsoft.com/office/officeart/2018/2/layout/IconVerticalSolidList"/>
    <dgm:cxn modelId="{B8CFB88C-5B07-43D0-9A52-ACDF11F3A122}" type="presParOf" srcId="{041D4F4D-1D1A-46FE-AD48-01E00912400E}" destId="{BE82E691-6EBA-48FF-8DB6-AFDBFB93D936}" srcOrd="0" destOrd="0" presId="urn:microsoft.com/office/officeart/2018/2/layout/IconVerticalSolidList"/>
    <dgm:cxn modelId="{EE10D44E-ACE9-479C-A19B-F3F4EAE3741B}" type="presParOf" srcId="{041D4F4D-1D1A-46FE-AD48-01E00912400E}" destId="{2AEF5468-26CB-4EB4-97F7-0BAF26BE7D62}" srcOrd="1" destOrd="0" presId="urn:microsoft.com/office/officeart/2018/2/layout/IconVerticalSolidList"/>
    <dgm:cxn modelId="{292BAD5B-3852-4C79-BC45-940DBE0BF3FE}" type="presParOf" srcId="{041D4F4D-1D1A-46FE-AD48-01E00912400E}" destId="{EC5D7830-8DDD-411B-95F1-BE1EC7A57B5A}" srcOrd="2" destOrd="0" presId="urn:microsoft.com/office/officeart/2018/2/layout/IconVerticalSolidList"/>
    <dgm:cxn modelId="{A98A3EFB-FB49-4D0E-989F-8CEE84F12AF9}" type="presParOf" srcId="{041D4F4D-1D1A-46FE-AD48-01E00912400E}" destId="{D5561610-AF0C-476D-AC11-3BFFEF7A185E}" srcOrd="3" destOrd="0" presId="urn:microsoft.com/office/officeart/2018/2/layout/IconVerticalSolidList"/>
    <dgm:cxn modelId="{D505B1CD-A97D-449B-AF86-8F277FCC1723}" type="presParOf" srcId="{B0C41601-23B4-440F-85F1-AAC0E1922527}" destId="{9A794991-BA60-46E1-BB48-AFE5FB13511E}" srcOrd="1" destOrd="0" presId="urn:microsoft.com/office/officeart/2018/2/layout/IconVerticalSolidList"/>
    <dgm:cxn modelId="{249ABBC8-3EDB-4013-9A9F-EE76F1FFDE0A}" type="presParOf" srcId="{B0C41601-23B4-440F-85F1-AAC0E1922527}" destId="{802AE3D4-F4ED-4FE8-87F2-612B47751D4F}" srcOrd="2" destOrd="0" presId="urn:microsoft.com/office/officeart/2018/2/layout/IconVerticalSolidList"/>
    <dgm:cxn modelId="{B04C4377-17E0-42E6-A937-97DAE6BC5319}" type="presParOf" srcId="{802AE3D4-F4ED-4FE8-87F2-612B47751D4F}" destId="{74C7A6DF-98F3-4595-B45C-7AC494CAFF27}" srcOrd="0" destOrd="0" presId="urn:microsoft.com/office/officeart/2018/2/layout/IconVerticalSolidList"/>
    <dgm:cxn modelId="{7080F4EA-1FC5-4C87-A99A-C0DF4E21EB40}" type="presParOf" srcId="{802AE3D4-F4ED-4FE8-87F2-612B47751D4F}" destId="{5947586C-26FF-4B30-A49D-D0F0FF38A2FC}" srcOrd="1" destOrd="0" presId="urn:microsoft.com/office/officeart/2018/2/layout/IconVerticalSolidList"/>
    <dgm:cxn modelId="{2B9B1018-EF33-4067-ABE3-FA4BD188C0CF}" type="presParOf" srcId="{802AE3D4-F4ED-4FE8-87F2-612B47751D4F}" destId="{CBF6A53F-75D7-4D2A-8CAB-85BE6856CDF4}" srcOrd="2" destOrd="0" presId="urn:microsoft.com/office/officeart/2018/2/layout/IconVerticalSolidList"/>
    <dgm:cxn modelId="{2B912E6B-50AB-4F15-BC4A-4024008327D8}" type="presParOf" srcId="{802AE3D4-F4ED-4FE8-87F2-612B47751D4F}" destId="{4FD222BA-5ECA-4ED6-B443-DCFA6CC03D42}" srcOrd="3" destOrd="0" presId="urn:microsoft.com/office/officeart/2018/2/layout/IconVerticalSolidList"/>
    <dgm:cxn modelId="{1F2D9156-484C-434A-BB43-183EF2ED1F06}" type="presParOf" srcId="{B0C41601-23B4-440F-85F1-AAC0E1922527}" destId="{41336FC4-E6CA-4EE2-96E0-E4A2F8597799}" srcOrd="3" destOrd="0" presId="urn:microsoft.com/office/officeart/2018/2/layout/IconVerticalSolidList"/>
    <dgm:cxn modelId="{BEE37DF0-4458-4D78-B293-A6B51CF1E7C2}" type="presParOf" srcId="{B0C41601-23B4-440F-85F1-AAC0E1922527}" destId="{77EDB112-345B-48C4-AD25-64F4B881D26D}" srcOrd="4" destOrd="0" presId="urn:microsoft.com/office/officeart/2018/2/layout/IconVerticalSolidList"/>
    <dgm:cxn modelId="{22E0F64F-3700-4070-A282-C9E60D2315D7}" type="presParOf" srcId="{77EDB112-345B-48C4-AD25-64F4B881D26D}" destId="{464D3EDE-8A24-4C46-9438-2DE0E03F4189}" srcOrd="0" destOrd="0" presId="urn:microsoft.com/office/officeart/2018/2/layout/IconVerticalSolidList"/>
    <dgm:cxn modelId="{E1E584FD-A4E5-4689-B64B-7AF00B993C03}" type="presParOf" srcId="{77EDB112-345B-48C4-AD25-64F4B881D26D}" destId="{89D60A81-14CF-427B-BA84-01B17F7CE0FB}" srcOrd="1" destOrd="0" presId="urn:microsoft.com/office/officeart/2018/2/layout/IconVerticalSolidList"/>
    <dgm:cxn modelId="{82D51472-4F92-4C3C-8F78-9E064B0C07D2}" type="presParOf" srcId="{77EDB112-345B-48C4-AD25-64F4B881D26D}" destId="{8464FD17-01CF-40CF-AE3C-7F32842A3DFF}" srcOrd="2" destOrd="0" presId="urn:microsoft.com/office/officeart/2018/2/layout/IconVerticalSolidList"/>
    <dgm:cxn modelId="{A4B1BB82-E6C2-4FF5-BADC-65984C1CD545}" type="presParOf" srcId="{77EDB112-345B-48C4-AD25-64F4B881D26D}" destId="{55E1DA2D-4A9F-44A5-987B-B0C2816A26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3B9864D-0DEA-4060-B347-C277604D5C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EF7DC8-3061-4178-BD21-CD9E0A78DC1C}">
      <dgm:prSet/>
      <dgm:spPr/>
      <dgm:t>
        <a:bodyPr/>
        <a:lstStyle/>
        <a:p>
          <a:r>
            <a:rPr lang="en-US" b="0" i="0"/>
            <a:t>Depends on company size</a:t>
          </a:r>
          <a:endParaRPr lang="en-US"/>
        </a:p>
      </dgm:t>
    </dgm:pt>
    <dgm:pt modelId="{41F3DE9C-5302-43AF-9676-858163909129}" type="parTrans" cxnId="{C6451575-79FD-475A-9533-1A25FFD51C8A}">
      <dgm:prSet/>
      <dgm:spPr/>
      <dgm:t>
        <a:bodyPr/>
        <a:lstStyle/>
        <a:p>
          <a:endParaRPr lang="en-US"/>
        </a:p>
      </dgm:t>
    </dgm:pt>
    <dgm:pt modelId="{664863DF-3301-46F2-882C-CA7E95DC7841}" type="sibTrans" cxnId="{C6451575-79FD-475A-9533-1A25FFD51C8A}">
      <dgm:prSet/>
      <dgm:spPr/>
      <dgm:t>
        <a:bodyPr/>
        <a:lstStyle/>
        <a:p>
          <a:endParaRPr lang="en-US"/>
        </a:p>
      </dgm:t>
    </dgm:pt>
    <dgm:pt modelId="{E13DA41D-7A25-4DC4-BE10-CC4A6D194CB4}">
      <dgm:prSet/>
      <dgm:spPr/>
      <dgm:t>
        <a:bodyPr/>
        <a:lstStyle/>
        <a:p>
          <a:r>
            <a:rPr lang="en-US" b="0" i="0"/>
            <a:t>Virtualization requirements</a:t>
          </a:r>
          <a:endParaRPr lang="en-US"/>
        </a:p>
      </dgm:t>
    </dgm:pt>
    <dgm:pt modelId="{3FE89FCF-0B03-4889-A6DA-CBD961FA326A}" type="parTrans" cxnId="{7C6C984E-E7E5-4538-BE5B-3B3EFB8102CD}">
      <dgm:prSet/>
      <dgm:spPr/>
      <dgm:t>
        <a:bodyPr/>
        <a:lstStyle/>
        <a:p>
          <a:endParaRPr lang="en-US"/>
        </a:p>
      </dgm:t>
    </dgm:pt>
    <dgm:pt modelId="{C5A2DC48-E174-40F6-B1C0-7A25B3FF5A6C}" type="sibTrans" cxnId="{7C6C984E-E7E5-4538-BE5B-3B3EFB8102CD}">
      <dgm:prSet/>
      <dgm:spPr/>
      <dgm:t>
        <a:bodyPr/>
        <a:lstStyle/>
        <a:p>
          <a:endParaRPr lang="en-US"/>
        </a:p>
      </dgm:t>
    </dgm:pt>
    <dgm:pt modelId="{77B2879B-2A4A-4F7B-ADF3-B9D15706BBA4}">
      <dgm:prSet/>
      <dgm:spPr/>
      <dgm:t>
        <a:bodyPr/>
        <a:lstStyle/>
        <a:p>
          <a:r>
            <a:rPr lang="en-US" b="0" i="0"/>
            <a:t>Budget considerations</a:t>
          </a:r>
          <a:endParaRPr lang="en-US"/>
        </a:p>
      </dgm:t>
    </dgm:pt>
    <dgm:pt modelId="{EACB6B1E-D894-49E3-9BB7-86E4B65E40D1}" type="parTrans" cxnId="{2AC4DF89-41AA-4F00-B668-D99B5611ABBE}">
      <dgm:prSet/>
      <dgm:spPr/>
      <dgm:t>
        <a:bodyPr/>
        <a:lstStyle/>
        <a:p>
          <a:endParaRPr lang="en-US"/>
        </a:p>
      </dgm:t>
    </dgm:pt>
    <dgm:pt modelId="{CA53004C-F29E-4D05-9434-4121E67EF220}" type="sibTrans" cxnId="{2AC4DF89-41AA-4F00-B668-D99B5611ABBE}">
      <dgm:prSet/>
      <dgm:spPr/>
      <dgm:t>
        <a:bodyPr/>
        <a:lstStyle/>
        <a:p>
          <a:endParaRPr lang="en-US"/>
        </a:p>
      </dgm:t>
    </dgm:pt>
    <dgm:pt modelId="{FA5A6B34-3EAA-4ADC-B22D-9AF170924F79}">
      <dgm:prSet/>
      <dgm:spPr/>
      <dgm:t>
        <a:bodyPr/>
        <a:lstStyle/>
        <a:p>
          <a:r>
            <a:rPr lang="en-US" b="0" i="0"/>
            <a:t>Example: Large companies choose Datacenter</a:t>
          </a:r>
          <a:endParaRPr lang="en-US"/>
        </a:p>
      </dgm:t>
    </dgm:pt>
    <dgm:pt modelId="{8A00FF35-28E9-48CF-9AE2-A2195211A3CD}" type="parTrans" cxnId="{B96028EE-6750-43C2-8685-79B666A61E41}">
      <dgm:prSet/>
      <dgm:spPr/>
      <dgm:t>
        <a:bodyPr/>
        <a:lstStyle/>
        <a:p>
          <a:endParaRPr lang="en-US"/>
        </a:p>
      </dgm:t>
    </dgm:pt>
    <dgm:pt modelId="{4C11E4D2-66CC-4FF2-8FB3-2C80A45A9EA1}" type="sibTrans" cxnId="{B96028EE-6750-43C2-8685-79B666A61E41}">
      <dgm:prSet/>
      <dgm:spPr/>
      <dgm:t>
        <a:bodyPr/>
        <a:lstStyle/>
        <a:p>
          <a:endParaRPr lang="en-US"/>
        </a:p>
      </dgm:t>
    </dgm:pt>
    <dgm:pt modelId="{7088EC35-A158-4FF2-A909-27D8E3F7501F}" type="pres">
      <dgm:prSet presAssocID="{03B9864D-0DEA-4060-B347-C277604D5C2C}" presName="root" presStyleCnt="0">
        <dgm:presLayoutVars>
          <dgm:dir/>
          <dgm:resizeHandles val="exact"/>
        </dgm:presLayoutVars>
      </dgm:prSet>
      <dgm:spPr/>
    </dgm:pt>
    <dgm:pt modelId="{E6117951-C792-4D5F-B0CF-4799F87AF46B}" type="pres">
      <dgm:prSet presAssocID="{1CEF7DC8-3061-4178-BD21-CD9E0A78DC1C}" presName="compNode" presStyleCnt="0"/>
      <dgm:spPr/>
    </dgm:pt>
    <dgm:pt modelId="{34972F6A-D93B-44F9-A12A-0468F9C12261}" type="pres">
      <dgm:prSet presAssocID="{1CEF7DC8-3061-4178-BD21-CD9E0A78DC1C}" presName="bgRect" presStyleLbl="bgShp" presStyleIdx="0" presStyleCnt="4"/>
      <dgm:spPr/>
    </dgm:pt>
    <dgm:pt modelId="{74E861CE-0876-4E1D-98D8-F3890443D79A}" type="pres">
      <dgm:prSet presAssocID="{1CEF7DC8-3061-4178-BD21-CD9E0A78DC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14FCF539-9AC0-4004-84DE-261B40C14E7F}" type="pres">
      <dgm:prSet presAssocID="{1CEF7DC8-3061-4178-BD21-CD9E0A78DC1C}" presName="spaceRect" presStyleCnt="0"/>
      <dgm:spPr/>
    </dgm:pt>
    <dgm:pt modelId="{02B961E2-1948-4E2B-8875-0B677C706B96}" type="pres">
      <dgm:prSet presAssocID="{1CEF7DC8-3061-4178-BD21-CD9E0A78DC1C}" presName="parTx" presStyleLbl="revTx" presStyleIdx="0" presStyleCnt="4">
        <dgm:presLayoutVars>
          <dgm:chMax val="0"/>
          <dgm:chPref val="0"/>
        </dgm:presLayoutVars>
      </dgm:prSet>
      <dgm:spPr/>
    </dgm:pt>
    <dgm:pt modelId="{3DE389C5-6A23-4FED-85D1-9DACD2D2E3D0}" type="pres">
      <dgm:prSet presAssocID="{664863DF-3301-46F2-882C-CA7E95DC7841}" presName="sibTrans" presStyleCnt="0"/>
      <dgm:spPr/>
    </dgm:pt>
    <dgm:pt modelId="{3438580F-D282-436C-ACCD-FBC3D8E0EFF7}" type="pres">
      <dgm:prSet presAssocID="{E13DA41D-7A25-4DC4-BE10-CC4A6D194CB4}" presName="compNode" presStyleCnt="0"/>
      <dgm:spPr/>
    </dgm:pt>
    <dgm:pt modelId="{B84559B9-D604-4ED0-89AA-A5B4EF2139E1}" type="pres">
      <dgm:prSet presAssocID="{E13DA41D-7A25-4DC4-BE10-CC4A6D194CB4}" presName="bgRect" presStyleLbl="bgShp" presStyleIdx="1" presStyleCnt="4"/>
      <dgm:spPr/>
    </dgm:pt>
    <dgm:pt modelId="{D6FFAD63-5280-4C0B-A802-88371CA6CB3F}" type="pres">
      <dgm:prSet presAssocID="{E13DA41D-7A25-4DC4-BE10-CC4A6D194C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6F47546-E1FA-4698-B4F9-1F9B2F8A3801}" type="pres">
      <dgm:prSet presAssocID="{E13DA41D-7A25-4DC4-BE10-CC4A6D194CB4}" presName="spaceRect" presStyleCnt="0"/>
      <dgm:spPr/>
    </dgm:pt>
    <dgm:pt modelId="{3B966172-2ED9-40C8-BF7D-0A7546EFD868}" type="pres">
      <dgm:prSet presAssocID="{E13DA41D-7A25-4DC4-BE10-CC4A6D194CB4}" presName="parTx" presStyleLbl="revTx" presStyleIdx="1" presStyleCnt="4">
        <dgm:presLayoutVars>
          <dgm:chMax val="0"/>
          <dgm:chPref val="0"/>
        </dgm:presLayoutVars>
      </dgm:prSet>
      <dgm:spPr/>
    </dgm:pt>
    <dgm:pt modelId="{11DA614B-C219-404C-8043-7735ACC675D4}" type="pres">
      <dgm:prSet presAssocID="{C5A2DC48-E174-40F6-B1C0-7A25B3FF5A6C}" presName="sibTrans" presStyleCnt="0"/>
      <dgm:spPr/>
    </dgm:pt>
    <dgm:pt modelId="{A6455141-E1E2-4D2F-B2CD-C98C1A5C9EA0}" type="pres">
      <dgm:prSet presAssocID="{77B2879B-2A4A-4F7B-ADF3-B9D15706BBA4}" presName="compNode" presStyleCnt="0"/>
      <dgm:spPr/>
    </dgm:pt>
    <dgm:pt modelId="{B6D9746A-F8AF-4797-B509-433FA1DC0805}" type="pres">
      <dgm:prSet presAssocID="{77B2879B-2A4A-4F7B-ADF3-B9D15706BBA4}" presName="bgRect" presStyleLbl="bgShp" presStyleIdx="2" presStyleCnt="4"/>
      <dgm:spPr/>
    </dgm:pt>
    <dgm:pt modelId="{F6C645F2-F677-4A64-9834-4598B2B9B847}" type="pres">
      <dgm:prSet presAssocID="{77B2879B-2A4A-4F7B-ADF3-B9D15706BB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B0993DE-DE37-4EED-8344-43118F77926E}" type="pres">
      <dgm:prSet presAssocID="{77B2879B-2A4A-4F7B-ADF3-B9D15706BBA4}" presName="spaceRect" presStyleCnt="0"/>
      <dgm:spPr/>
    </dgm:pt>
    <dgm:pt modelId="{574A8398-25AC-491D-9684-11A35755B0B2}" type="pres">
      <dgm:prSet presAssocID="{77B2879B-2A4A-4F7B-ADF3-B9D15706BBA4}" presName="parTx" presStyleLbl="revTx" presStyleIdx="2" presStyleCnt="4">
        <dgm:presLayoutVars>
          <dgm:chMax val="0"/>
          <dgm:chPref val="0"/>
        </dgm:presLayoutVars>
      </dgm:prSet>
      <dgm:spPr/>
    </dgm:pt>
    <dgm:pt modelId="{8E5B2636-2237-44E6-9547-18D758BEB17F}" type="pres">
      <dgm:prSet presAssocID="{CA53004C-F29E-4D05-9434-4121E67EF220}" presName="sibTrans" presStyleCnt="0"/>
      <dgm:spPr/>
    </dgm:pt>
    <dgm:pt modelId="{869D8495-6845-474F-A438-63065FD85A27}" type="pres">
      <dgm:prSet presAssocID="{FA5A6B34-3EAA-4ADC-B22D-9AF170924F79}" presName="compNode" presStyleCnt="0"/>
      <dgm:spPr/>
    </dgm:pt>
    <dgm:pt modelId="{E24416E2-767E-4E11-B473-17BDB3F2FD35}" type="pres">
      <dgm:prSet presAssocID="{FA5A6B34-3EAA-4ADC-B22D-9AF170924F79}" presName="bgRect" presStyleLbl="bgShp" presStyleIdx="3" presStyleCnt="4"/>
      <dgm:spPr/>
    </dgm:pt>
    <dgm:pt modelId="{2FE4E9F0-355D-4C31-9802-CF5A2C34AAA8}" type="pres">
      <dgm:prSet presAssocID="{FA5A6B34-3EAA-4ADC-B22D-9AF170924F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F11DE4F-5974-4183-89A5-CC18527AC85E}" type="pres">
      <dgm:prSet presAssocID="{FA5A6B34-3EAA-4ADC-B22D-9AF170924F79}" presName="spaceRect" presStyleCnt="0"/>
      <dgm:spPr/>
    </dgm:pt>
    <dgm:pt modelId="{474BEAFF-67FB-4331-B8C1-720F8D1D5779}" type="pres">
      <dgm:prSet presAssocID="{FA5A6B34-3EAA-4ADC-B22D-9AF170924F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7058019-D6CB-4999-B7B3-716F86B1AFAC}" type="presOf" srcId="{FA5A6B34-3EAA-4ADC-B22D-9AF170924F79}" destId="{474BEAFF-67FB-4331-B8C1-720F8D1D5779}" srcOrd="0" destOrd="0" presId="urn:microsoft.com/office/officeart/2018/2/layout/IconVerticalSolidList"/>
    <dgm:cxn modelId="{CB19DD26-F8CF-44CC-8C13-78C13C1E2A77}" type="presOf" srcId="{03B9864D-0DEA-4060-B347-C277604D5C2C}" destId="{7088EC35-A158-4FF2-A909-27D8E3F7501F}" srcOrd="0" destOrd="0" presId="urn:microsoft.com/office/officeart/2018/2/layout/IconVerticalSolidList"/>
    <dgm:cxn modelId="{A45F186C-6F28-4540-9AAA-85C12466AD23}" type="presOf" srcId="{77B2879B-2A4A-4F7B-ADF3-B9D15706BBA4}" destId="{574A8398-25AC-491D-9684-11A35755B0B2}" srcOrd="0" destOrd="0" presId="urn:microsoft.com/office/officeart/2018/2/layout/IconVerticalSolidList"/>
    <dgm:cxn modelId="{7C6C984E-E7E5-4538-BE5B-3B3EFB8102CD}" srcId="{03B9864D-0DEA-4060-B347-C277604D5C2C}" destId="{E13DA41D-7A25-4DC4-BE10-CC4A6D194CB4}" srcOrd="1" destOrd="0" parTransId="{3FE89FCF-0B03-4889-A6DA-CBD961FA326A}" sibTransId="{C5A2DC48-E174-40F6-B1C0-7A25B3FF5A6C}"/>
    <dgm:cxn modelId="{9DBA3550-CE55-47D2-AA67-0E9D55203BE2}" type="presOf" srcId="{E13DA41D-7A25-4DC4-BE10-CC4A6D194CB4}" destId="{3B966172-2ED9-40C8-BF7D-0A7546EFD868}" srcOrd="0" destOrd="0" presId="urn:microsoft.com/office/officeart/2018/2/layout/IconVerticalSolidList"/>
    <dgm:cxn modelId="{C6451575-79FD-475A-9533-1A25FFD51C8A}" srcId="{03B9864D-0DEA-4060-B347-C277604D5C2C}" destId="{1CEF7DC8-3061-4178-BD21-CD9E0A78DC1C}" srcOrd="0" destOrd="0" parTransId="{41F3DE9C-5302-43AF-9676-858163909129}" sibTransId="{664863DF-3301-46F2-882C-CA7E95DC7841}"/>
    <dgm:cxn modelId="{98215484-CB84-4ED5-902D-52A0DEE68AE4}" type="presOf" srcId="{1CEF7DC8-3061-4178-BD21-CD9E0A78DC1C}" destId="{02B961E2-1948-4E2B-8875-0B677C706B96}" srcOrd="0" destOrd="0" presId="urn:microsoft.com/office/officeart/2018/2/layout/IconVerticalSolidList"/>
    <dgm:cxn modelId="{2AC4DF89-41AA-4F00-B668-D99B5611ABBE}" srcId="{03B9864D-0DEA-4060-B347-C277604D5C2C}" destId="{77B2879B-2A4A-4F7B-ADF3-B9D15706BBA4}" srcOrd="2" destOrd="0" parTransId="{EACB6B1E-D894-49E3-9BB7-86E4B65E40D1}" sibTransId="{CA53004C-F29E-4D05-9434-4121E67EF220}"/>
    <dgm:cxn modelId="{B96028EE-6750-43C2-8685-79B666A61E41}" srcId="{03B9864D-0DEA-4060-B347-C277604D5C2C}" destId="{FA5A6B34-3EAA-4ADC-B22D-9AF170924F79}" srcOrd="3" destOrd="0" parTransId="{8A00FF35-28E9-48CF-9AE2-A2195211A3CD}" sibTransId="{4C11E4D2-66CC-4FF2-8FB3-2C80A45A9EA1}"/>
    <dgm:cxn modelId="{5148A74F-275E-4C6C-BB2C-0B99A5688CB4}" type="presParOf" srcId="{7088EC35-A158-4FF2-A909-27D8E3F7501F}" destId="{E6117951-C792-4D5F-B0CF-4799F87AF46B}" srcOrd="0" destOrd="0" presId="urn:microsoft.com/office/officeart/2018/2/layout/IconVerticalSolidList"/>
    <dgm:cxn modelId="{36EA9E54-E087-4E6C-BD2E-E65C2AD6E9D5}" type="presParOf" srcId="{E6117951-C792-4D5F-B0CF-4799F87AF46B}" destId="{34972F6A-D93B-44F9-A12A-0468F9C12261}" srcOrd="0" destOrd="0" presId="urn:microsoft.com/office/officeart/2018/2/layout/IconVerticalSolidList"/>
    <dgm:cxn modelId="{8921ABCE-F78D-4523-B057-B0BC229F53E7}" type="presParOf" srcId="{E6117951-C792-4D5F-B0CF-4799F87AF46B}" destId="{74E861CE-0876-4E1D-98D8-F3890443D79A}" srcOrd="1" destOrd="0" presId="urn:microsoft.com/office/officeart/2018/2/layout/IconVerticalSolidList"/>
    <dgm:cxn modelId="{845C5DF2-0981-4B32-B168-9226C1FF892A}" type="presParOf" srcId="{E6117951-C792-4D5F-B0CF-4799F87AF46B}" destId="{14FCF539-9AC0-4004-84DE-261B40C14E7F}" srcOrd="2" destOrd="0" presId="urn:microsoft.com/office/officeart/2018/2/layout/IconVerticalSolidList"/>
    <dgm:cxn modelId="{F8924AB4-C169-43AD-BF34-7BAA82A01060}" type="presParOf" srcId="{E6117951-C792-4D5F-B0CF-4799F87AF46B}" destId="{02B961E2-1948-4E2B-8875-0B677C706B96}" srcOrd="3" destOrd="0" presId="urn:microsoft.com/office/officeart/2018/2/layout/IconVerticalSolidList"/>
    <dgm:cxn modelId="{DBF48B1F-EFB5-4991-8E7A-7F514D3F81F3}" type="presParOf" srcId="{7088EC35-A158-4FF2-A909-27D8E3F7501F}" destId="{3DE389C5-6A23-4FED-85D1-9DACD2D2E3D0}" srcOrd="1" destOrd="0" presId="urn:microsoft.com/office/officeart/2018/2/layout/IconVerticalSolidList"/>
    <dgm:cxn modelId="{DBAD4896-2C32-4DA4-A57D-67821CC902D1}" type="presParOf" srcId="{7088EC35-A158-4FF2-A909-27D8E3F7501F}" destId="{3438580F-D282-436C-ACCD-FBC3D8E0EFF7}" srcOrd="2" destOrd="0" presId="urn:microsoft.com/office/officeart/2018/2/layout/IconVerticalSolidList"/>
    <dgm:cxn modelId="{F2EA1584-3542-4FD1-A469-C9D62797BA02}" type="presParOf" srcId="{3438580F-D282-436C-ACCD-FBC3D8E0EFF7}" destId="{B84559B9-D604-4ED0-89AA-A5B4EF2139E1}" srcOrd="0" destOrd="0" presId="urn:microsoft.com/office/officeart/2018/2/layout/IconVerticalSolidList"/>
    <dgm:cxn modelId="{77331AAB-EFD1-42BD-BD22-F7AB1018E496}" type="presParOf" srcId="{3438580F-D282-436C-ACCD-FBC3D8E0EFF7}" destId="{D6FFAD63-5280-4C0B-A802-88371CA6CB3F}" srcOrd="1" destOrd="0" presId="urn:microsoft.com/office/officeart/2018/2/layout/IconVerticalSolidList"/>
    <dgm:cxn modelId="{9006442F-DBF9-4B30-BC32-9A21F8677C08}" type="presParOf" srcId="{3438580F-D282-436C-ACCD-FBC3D8E0EFF7}" destId="{E6F47546-E1FA-4698-B4F9-1F9B2F8A3801}" srcOrd="2" destOrd="0" presId="urn:microsoft.com/office/officeart/2018/2/layout/IconVerticalSolidList"/>
    <dgm:cxn modelId="{6D9029C4-5A0E-41DC-82D5-6BC252499F16}" type="presParOf" srcId="{3438580F-D282-436C-ACCD-FBC3D8E0EFF7}" destId="{3B966172-2ED9-40C8-BF7D-0A7546EFD868}" srcOrd="3" destOrd="0" presId="urn:microsoft.com/office/officeart/2018/2/layout/IconVerticalSolidList"/>
    <dgm:cxn modelId="{D0C5363B-7C5D-4BEE-91C3-AA25AC5C3170}" type="presParOf" srcId="{7088EC35-A158-4FF2-A909-27D8E3F7501F}" destId="{11DA614B-C219-404C-8043-7735ACC675D4}" srcOrd="3" destOrd="0" presId="urn:microsoft.com/office/officeart/2018/2/layout/IconVerticalSolidList"/>
    <dgm:cxn modelId="{834BB9CD-D180-49DA-822C-D4C464B93B59}" type="presParOf" srcId="{7088EC35-A158-4FF2-A909-27D8E3F7501F}" destId="{A6455141-E1E2-4D2F-B2CD-C98C1A5C9EA0}" srcOrd="4" destOrd="0" presId="urn:microsoft.com/office/officeart/2018/2/layout/IconVerticalSolidList"/>
    <dgm:cxn modelId="{052EC6E8-8936-49E4-B974-585ACB707575}" type="presParOf" srcId="{A6455141-E1E2-4D2F-B2CD-C98C1A5C9EA0}" destId="{B6D9746A-F8AF-4797-B509-433FA1DC0805}" srcOrd="0" destOrd="0" presId="urn:microsoft.com/office/officeart/2018/2/layout/IconVerticalSolidList"/>
    <dgm:cxn modelId="{B88DA7F1-1CF1-4F12-B89C-E1E93135D63A}" type="presParOf" srcId="{A6455141-E1E2-4D2F-B2CD-C98C1A5C9EA0}" destId="{F6C645F2-F677-4A64-9834-4598B2B9B847}" srcOrd="1" destOrd="0" presId="urn:microsoft.com/office/officeart/2018/2/layout/IconVerticalSolidList"/>
    <dgm:cxn modelId="{0136FC0B-189F-4A55-915B-1A7FD54E8DB7}" type="presParOf" srcId="{A6455141-E1E2-4D2F-B2CD-C98C1A5C9EA0}" destId="{8B0993DE-DE37-4EED-8344-43118F77926E}" srcOrd="2" destOrd="0" presId="urn:microsoft.com/office/officeart/2018/2/layout/IconVerticalSolidList"/>
    <dgm:cxn modelId="{5E139F4A-1CF1-42D7-842E-85F621B8FEE9}" type="presParOf" srcId="{A6455141-E1E2-4D2F-B2CD-C98C1A5C9EA0}" destId="{574A8398-25AC-491D-9684-11A35755B0B2}" srcOrd="3" destOrd="0" presId="urn:microsoft.com/office/officeart/2018/2/layout/IconVerticalSolidList"/>
    <dgm:cxn modelId="{10881CD3-4BBC-4A09-B4B8-192CF11A7A27}" type="presParOf" srcId="{7088EC35-A158-4FF2-A909-27D8E3F7501F}" destId="{8E5B2636-2237-44E6-9547-18D758BEB17F}" srcOrd="5" destOrd="0" presId="urn:microsoft.com/office/officeart/2018/2/layout/IconVerticalSolidList"/>
    <dgm:cxn modelId="{5E063ED2-7002-4EC6-BCF6-7DB5F4BEF2C7}" type="presParOf" srcId="{7088EC35-A158-4FF2-A909-27D8E3F7501F}" destId="{869D8495-6845-474F-A438-63065FD85A27}" srcOrd="6" destOrd="0" presId="urn:microsoft.com/office/officeart/2018/2/layout/IconVerticalSolidList"/>
    <dgm:cxn modelId="{0CAC0D0B-536E-4411-91B1-6727F98D1A8B}" type="presParOf" srcId="{869D8495-6845-474F-A438-63065FD85A27}" destId="{E24416E2-767E-4E11-B473-17BDB3F2FD35}" srcOrd="0" destOrd="0" presId="urn:microsoft.com/office/officeart/2018/2/layout/IconVerticalSolidList"/>
    <dgm:cxn modelId="{EE7BC709-B909-4B3C-A621-A707A03DEDAD}" type="presParOf" srcId="{869D8495-6845-474F-A438-63065FD85A27}" destId="{2FE4E9F0-355D-4C31-9802-CF5A2C34AAA8}" srcOrd="1" destOrd="0" presId="urn:microsoft.com/office/officeart/2018/2/layout/IconVerticalSolidList"/>
    <dgm:cxn modelId="{9626C22C-569B-48C3-A4A4-18C69FCFC82E}" type="presParOf" srcId="{869D8495-6845-474F-A438-63065FD85A27}" destId="{7F11DE4F-5974-4183-89A5-CC18527AC85E}" srcOrd="2" destOrd="0" presId="urn:microsoft.com/office/officeart/2018/2/layout/IconVerticalSolidList"/>
    <dgm:cxn modelId="{1BEF8DB3-420C-453C-86DF-4DD0CF05046C}" type="presParOf" srcId="{869D8495-6845-474F-A438-63065FD85A27}" destId="{474BEAFF-67FB-4331-B8C1-720F8D1D57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EE5CB97-FD3A-4080-AD39-12F1BC28706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AF2745-AC67-434E-BB1F-48C24C7C7764}">
      <dgm:prSet/>
      <dgm:spPr/>
      <dgm:t>
        <a:bodyPr/>
        <a:lstStyle/>
        <a:p>
          <a:r>
            <a:rPr lang="en-US" b="0" i="0"/>
            <a:t>Clean installation</a:t>
          </a:r>
          <a:endParaRPr lang="en-US"/>
        </a:p>
      </dgm:t>
    </dgm:pt>
    <dgm:pt modelId="{4AD66C80-64F2-4777-8060-4A971A637DA2}" type="parTrans" cxnId="{7DD067FD-0900-4C66-A648-9441EF974824}">
      <dgm:prSet/>
      <dgm:spPr/>
      <dgm:t>
        <a:bodyPr/>
        <a:lstStyle/>
        <a:p>
          <a:endParaRPr lang="en-US"/>
        </a:p>
      </dgm:t>
    </dgm:pt>
    <dgm:pt modelId="{5329535D-A440-4C45-ACA8-1A8829ED3A04}" type="sibTrans" cxnId="{7DD067FD-0900-4C66-A648-9441EF974824}">
      <dgm:prSet/>
      <dgm:spPr/>
      <dgm:t>
        <a:bodyPr/>
        <a:lstStyle/>
        <a:p>
          <a:endParaRPr lang="en-US"/>
        </a:p>
      </dgm:t>
    </dgm:pt>
    <dgm:pt modelId="{CAAA57BC-9736-47B9-8411-C1F4F3C5BBE9}">
      <dgm:prSet/>
      <dgm:spPr/>
      <dgm:t>
        <a:bodyPr/>
        <a:lstStyle/>
        <a:p>
          <a:r>
            <a:rPr lang="en-US" b="0" i="0"/>
            <a:t>Upgrade installation</a:t>
          </a:r>
          <a:endParaRPr lang="en-US"/>
        </a:p>
      </dgm:t>
    </dgm:pt>
    <dgm:pt modelId="{C205E2DB-F227-41BE-A182-C63843723487}" type="parTrans" cxnId="{D30C27D6-F014-4F8C-BF8A-00F3D30F94D1}">
      <dgm:prSet/>
      <dgm:spPr/>
      <dgm:t>
        <a:bodyPr/>
        <a:lstStyle/>
        <a:p>
          <a:endParaRPr lang="en-US"/>
        </a:p>
      </dgm:t>
    </dgm:pt>
    <dgm:pt modelId="{77A73933-F27B-4A0D-BAB2-B434C21CE1F0}" type="sibTrans" cxnId="{D30C27D6-F014-4F8C-BF8A-00F3D30F94D1}">
      <dgm:prSet/>
      <dgm:spPr/>
      <dgm:t>
        <a:bodyPr/>
        <a:lstStyle/>
        <a:p>
          <a:endParaRPr lang="en-US"/>
        </a:p>
      </dgm:t>
    </dgm:pt>
    <dgm:pt modelId="{12088AAB-042E-439A-B62B-C71FD95EECEA}">
      <dgm:prSet/>
      <dgm:spPr/>
      <dgm:t>
        <a:bodyPr/>
        <a:lstStyle/>
        <a:p>
          <a:r>
            <a:rPr lang="en-US" b="0" i="0"/>
            <a:t>Network deployment</a:t>
          </a:r>
          <a:endParaRPr lang="en-US"/>
        </a:p>
      </dgm:t>
    </dgm:pt>
    <dgm:pt modelId="{0A79E134-9170-47D1-9AEE-87A45AC81AF8}" type="parTrans" cxnId="{A67A2FC5-3D18-45D6-98D7-7FCCEBCEE550}">
      <dgm:prSet/>
      <dgm:spPr/>
      <dgm:t>
        <a:bodyPr/>
        <a:lstStyle/>
        <a:p>
          <a:endParaRPr lang="en-US"/>
        </a:p>
      </dgm:t>
    </dgm:pt>
    <dgm:pt modelId="{4F020356-B237-44B3-91EC-1C7EE3597262}" type="sibTrans" cxnId="{A67A2FC5-3D18-45D6-98D7-7FCCEBCEE550}">
      <dgm:prSet/>
      <dgm:spPr/>
      <dgm:t>
        <a:bodyPr/>
        <a:lstStyle/>
        <a:p>
          <a:endParaRPr lang="en-US"/>
        </a:p>
      </dgm:t>
    </dgm:pt>
    <dgm:pt modelId="{412A6858-CAD4-4550-A0DF-DE76C5CF449B}">
      <dgm:prSet/>
      <dgm:spPr/>
      <dgm:t>
        <a:bodyPr/>
        <a:lstStyle/>
        <a:p>
          <a:r>
            <a:rPr lang="en-US" b="0" i="0"/>
            <a:t>Automated deployment using scripts</a:t>
          </a:r>
          <a:endParaRPr lang="en-US"/>
        </a:p>
      </dgm:t>
    </dgm:pt>
    <dgm:pt modelId="{862BAAB7-9C3C-4A88-B6B2-6FA0BB7FC212}" type="parTrans" cxnId="{EC499C96-CE75-4177-8F6A-C6AE3688C19F}">
      <dgm:prSet/>
      <dgm:spPr/>
      <dgm:t>
        <a:bodyPr/>
        <a:lstStyle/>
        <a:p>
          <a:endParaRPr lang="en-US"/>
        </a:p>
      </dgm:t>
    </dgm:pt>
    <dgm:pt modelId="{520DF16A-3DC9-4F3A-840E-7399B376C541}" type="sibTrans" cxnId="{EC499C96-CE75-4177-8F6A-C6AE3688C19F}">
      <dgm:prSet/>
      <dgm:spPr/>
      <dgm:t>
        <a:bodyPr/>
        <a:lstStyle/>
        <a:p>
          <a:endParaRPr lang="en-US"/>
        </a:p>
      </dgm:t>
    </dgm:pt>
    <dgm:pt modelId="{5C3B67AA-6075-40C1-A0A8-5443A7C1B4EE}" type="pres">
      <dgm:prSet presAssocID="{7EE5CB97-FD3A-4080-AD39-12F1BC28706A}" presName="root" presStyleCnt="0">
        <dgm:presLayoutVars>
          <dgm:dir/>
          <dgm:resizeHandles val="exact"/>
        </dgm:presLayoutVars>
      </dgm:prSet>
      <dgm:spPr/>
    </dgm:pt>
    <dgm:pt modelId="{47AE320E-A5C4-48FC-9BA7-00431FE39CF8}" type="pres">
      <dgm:prSet presAssocID="{87AF2745-AC67-434E-BB1F-48C24C7C7764}" presName="compNode" presStyleCnt="0"/>
      <dgm:spPr/>
    </dgm:pt>
    <dgm:pt modelId="{059BE8C2-2544-4A42-8F95-74280EBAA125}" type="pres">
      <dgm:prSet presAssocID="{87AF2745-AC67-434E-BB1F-48C24C7C7764}" presName="bgRect" presStyleLbl="bgShp" presStyleIdx="0" presStyleCnt="4"/>
      <dgm:spPr/>
    </dgm:pt>
    <dgm:pt modelId="{07719312-1F73-459C-9554-E2140280653C}" type="pres">
      <dgm:prSet presAssocID="{87AF2745-AC67-434E-BB1F-48C24C7C776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0C56DA95-B4DC-4F7C-A7AE-047FED61BA26}" type="pres">
      <dgm:prSet presAssocID="{87AF2745-AC67-434E-BB1F-48C24C7C7764}" presName="spaceRect" presStyleCnt="0"/>
      <dgm:spPr/>
    </dgm:pt>
    <dgm:pt modelId="{8692D6A6-7BA7-4AEE-A2CA-A0D0F1588D5E}" type="pres">
      <dgm:prSet presAssocID="{87AF2745-AC67-434E-BB1F-48C24C7C7764}" presName="parTx" presStyleLbl="revTx" presStyleIdx="0" presStyleCnt="4">
        <dgm:presLayoutVars>
          <dgm:chMax val="0"/>
          <dgm:chPref val="0"/>
        </dgm:presLayoutVars>
      </dgm:prSet>
      <dgm:spPr/>
    </dgm:pt>
    <dgm:pt modelId="{0C35D1BE-3A5E-4083-BAC7-ECECD2E69F5D}" type="pres">
      <dgm:prSet presAssocID="{5329535D-A440-4C45-ACA8-1A8829ED3A04}" presName="sibTrans" presStyleCnt="0"/>
      <dgm:spPr/>
    </dgm:pt>
    <dgm:pt modelId="{31F68421-1E21-479C-B441-59D8CE1B8888}" type="pres">
      <dgm:prSet presAssocID="{CAAA57BC-9736-47B9-8411-C1F4F3C5BBE9}" presName="compNode" presStyleCnt="0"/>
      <dgm:spPr/>
    </dgm:pt>
    <dgm:pt modelId="{1E85F099-6E55-42FD-8FAB-341AEA73E189}" type="pres">
      <dgm:prSet presAssocID="{CAAA57BC-9736-47B9-8411-C1F4F3C5BBE9}" presName="bgRect" presStyleLbl="bgShp" presStyleIdx="1" presStyleCnt="4"/>
      <dgm:spPr/>
    </dgm:pt>
    <dgm:pt modelId="{21501582-2F87-4FF1-BC1C-4855B703B291}" type="pres">
      <dgm:prSet presAssocID="{CAAA57BC-9736-47B9-8411-C1F4F3C5BB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F86C001-3167-46B6-A716-85E61205C132}" type="pres">
      <dgm:prSet presAssocID="{CAAA57BC-9736-47B9-8411-C1F4F3C5BBE9}" presName="spaceRect" presStyleCnt="0"/>
      <dgm:spPr/>
    </dgm:pt>
    <dgm:pt modelId="{32E35F94-8183-4FC1-A3D9-BCBF4442F234}" type="pres">
      <dgm:prSet presAssocID="{CAAA57BC-9736-47B9-8411-C1F4F3C5BBE9}" presName="parTx" presStyleLbl="revTx" presStyleIdx="1" presStyleCnt="4">
        <dgm:presLayoutVars>
          <dgm:chMax val="0"/>
          <dgm:chPref val="0"/>
        </dgm:presLayoutVars>
      </dgm:prSet>
      <dgm:spPr/>
    </dgm:pt>
    <dgm:pt modelId="{A85B3420-55B8-4324-A3C7-2DB73A15B3F8}" type="pres">
      <dgm:prSet presAssocID="{77A73933-F27B-4A0D-BAB2-B434C21CE1F0}" presName="sibTrans" presStyleCnt="0"/>
      <dgm:spPr/>
    </dgm:pt>
    <dgm:pt modelId="{7077B035-4760-4F4A-82BF-D11C4734958F}" type="pres">
      <dgm:prSet presAssocID="{12088AAB-042E-439A-B62B-C71FD95EECEA}" presName="compNode" presStyleCnt="0"/>
      <dgm:spPr/>
    </dgm:pt>
    <dgm:pt modelId="{933F1040-E4AB-48C1-BF52-51A79F0DDF3F}" type="pres">
      <dgm:prSet presAssocID="{12088AAB-042E-439A-B62B-C71FD95EECEA}" presName="bgRect" presStyleLbl="bgShp" presStyleIdx="2" presStyleCnt="4"/>
      <dgm:spPr/>
    </dgm:pt>
    <dgm:pt modelId="{8C5BF27A-03F8-4D57-BCF8-A74917820B74}" type="pres">
      <dgm:prSet presAssocID="{12088AAB-042E-439A-B62B-C71FD95EEC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E831303-C2B1-45ED-927E-BE7EB7F2E3DD}" type="pres">
      <dgm:prSet presAssocID="{12088AAB-042E-439A-B62B-C71FD95EECEA}" presName="spaceRect" presStyleCnt="0"/>
      <dgm:spPr/>
    </dgm:pt>
    <dgm:pt modelId="{254CEC9F-D3AF-4724-B5BB-6C27AEF4CF10}" type="pres">
      <dgm:prSet presAssocID="{12088AAB-042E-439A-B62B-C71FD95EECEA}" presName="parTx" presStyleLbl="revTx" presStyleIdx="2" presStyleCnt="4">
        <dgm:presLayoutVars>
          <dgm:chMax val="0"/>
          <dgm:chPref val="0"/>
        </dgm:presLayoutVars>
      </dgm:prSet>
      <dgm:spPr/>
    </dgm:pt>
    <dgm:pt modelId="{DFF1D34B-D5BD-4F5B-987D-C54A7276E64E}" type="pres">
      <dgm:prSet presAssocID="{4F020356-B237-44B3-91EC-1C7EE3597262}" presName="sibTrans" presStyleCnt="0"/>
      <dgm:spPr/>
    </dgm:pt>
    <dgm:pt modelId="{34A1814C-EA07-488B-91E0-6841AA72D587}" type="pres">
      <dgm:prSet presAssocID="{412A6858-CAD4-4550-A0DF-DE76C5CF449B}" presName="compNode" presStyleCnt="0"/>
      <dgm:spPr/>
    </dgm:pt>
    <dgm:pt modelId="{D7DC57D7-F4C3-4BC6-81B0-6508AA57D105}" type="pres">
      <dgm:prSet presAssocID="{412A6858-CAD4-4550-A0DF-DE76C5CF449B}" presName="bgRect" presStyleLbl="bgShp" presStyleIdx="3" presStyleCnt="4"/>
      <dgm:spPr/>
    </dgm:pt>
    <dgm:pt modelId="{F8E69481-0109-40A7-8C1C-98FA185F4E61}" type="pres">
      <dgm:prSet presAssocID="{412A6858-CAD4-4550-A0DF-DE76C5CF44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69516F1-B5E9-4077-B82F-8E4FBE603690}" type="pres">
      <dgm:prSet presAssocID="{412A6858-CAD4-4550-A0DF-DE76C5CF449B}" presName="spaceRect" presStyleCnt="0"/>
      <dgm:spPr/>
    </dgm:pt>
    <dgm:pt modelId="{F7D975CE-DEE6-40A2-95B2-B4A4D52DE619}" type="pres">
      <dgm:prSet presAssocID="{412A6858-CAD4-4550-A0DF-DE76C5CF449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E64EF30-D0D9-48FB-B600-DA9F01C6E6BF}" type="presOf" srcId="{412A6858-CAD4-4550-A0DF-DE76C5CF449B}" destId="{F7D975CE-DEE6-40A2-95B2-B4A4D52DE619}" srcOrd="0" destOrd="0" presId="urn:microsoft.com/office/officeart/2018/2/layout/IconVerticalSolidList"/>
    <dgm:cxn modelId="{5D8F4B39-10E4-4572-A2AC-C8993FDAE2C3}" type="presOf" srcId="{7EE5CB97-FD3A-4080-AD39-12F1BC28706A}" destId="{5C3B67AA-6075-40C1-A0A8-5443A7C1B4EE}" srcOrd="0" destOrd="0" presId="urn:microsoft.com/office/officeart/2018/2/layout/IconVerticalSolidList"/>
    <dgm:cxn modelId="{3F31EA45-51CA-4BA1-8584-0C39B402D324}" type="presOf" srcId="{12088AAB-042E-439A-B62B-C71FD95EECEA}" destId="{254CEC9F-D3AF-4724-B5BB-6C27AEF4CF10}" srcOrd="0" destOrd="0" presId="urn:microsoft.com/office/officeart/2018/2/layout/IconVerticalSolidList"/>
    <dgm:cxn modelId="{306CEC46-960A-4DFE-85AE-4A9B98349FE9}" type="presOf" srcId="{87AF2745-AC67-434E-BB1F-48C24C7C7764}" destId="{8692D6A6-7BA7-4AEE-A2CA-A0D0F1588D5E}" srcOrd="0" destOrd="0" presId="urn:microsoft.com/office/officeart/2018/2/layout/IconVerticalSolidList"/>
    <dgm:cxn modelId="{EC499C96-CE75-4177-8F6A-C6AE3688C19F}" srcId="{7EE5CB97-FD3A-4080-AD39-12F1BC28706A}" destId="{412A6858-CAD4-4550-A0DF-DE76C5CF449B}" srcOrd="3" destOrd="0" parTransId="{862BAAB7-9C3C-4A88-B6B2-6FA0BB7FC212}" sibTransId="{520DF16A-3DC9-4F3A-840E-7399B376C541}"/>
    <dgm:cxn modelId="{D74D1EB9-E1D6-4E4E-B46F-294EC3A6B210}" type="presOf" srcId="{CAAA57BC-9736-47B9-8411-C1F4F3C5BBE9}" destId="{32E35F94-8183-4FC1-A3D9-BCBF4442F234}" srcOrd="0" destOrd="0" presId="urn:microsoft.com/office/officeart/2018/2/layout/IconVerticalSolidList"/>
    <dgm:cxn modelId="{A67A2FC5-3D18-45D6-98D7-7FCCEBCEE550}" srcId="{7EE5CB97-FD3A-4080-AD39-12F1BC28706A}" destId="{12088AAB-042E-439A-B62B-C71FD95EECEA}" srcOrd="2" destOrd="0" parTransId="{0A79E134-9170-47D1-9AEE-87A45AC81AF8}" sibTransId="{4F020356-B237-44B3-91EC-1C7EE3597262}"/>
    <dgm:cxn modelId="{D30C27D6-F014-4F8C-BF8A-00F3D30F94D1}" srcId="{7EE5CB97-FD3A-4080-AD39-12F1BC28706A}" destId="{CAAA57BC-9736-47B9-8411-C1F4F3C5BBE9}" srcOrd="1" destOrd="0" parTransId="{C205E2DB-F227-41BE-A182-C63843723487}" sibTransId="{77A73933-F27B-4A0D-BAB2-B434C21CE1F0}"/>
    <dgm:cxn modelId="{7DD067FD-0900-4C66-A648-9441EF974824}" srcId="{7EE5CB97-FD3A-4080-AD39-12F1BC28706A}" destId="{87AF2745-AC67-434E-BB1F-48C24C7C7764}" srcOrd="0" destOrd="0" parTransId="{4AD66C80-64F2-4777-8060-4A971A637DA2}" sibTransId="{5329535D-A440-4C45-ACA8-1A8829ED3A04}"/>
    <dgm:cxn modelId="{1665AAF5-38F7-484E-A70E-E151C79FACFB}" type="presParOf" srcId="{5C3B67AA-6075-40C1-A0A8-5443A7C1B4EE}" destId="{47AE320E-A5C4-48FC-9BA7-00431FE39CF8}" srcOrd="0" destOrd="0" presId="urn:microsoft.com/office/officeart/2018/2/layout/IconVerticalSolidList"/>
    <dgm:cxn modelId="{1FA747F8-FD89-403D-B4CA-C38F7E605A47}" type="presParOf" srcId="{47AE320E-A5C4-48FC-9BA7-00431FE39CF8}" destId="{059BE8C2-2544-4A42-8F95-74280EBAA125}" srcOrd="0" destOrd="0" presId="urn:microsoft.com/office/officeart/2018/2/layout/IconVerticalSolidList"/>
    <dgm:cxn modelId="{AEE62A93-C80F-421C-A252-901068B3A9F2}" type="presParOf" srcId="{47AE320E-A5C4-48FC-9BA7-00431FE39CF8}" destId="{07719312-1F73-459C-9554-E2140280653C}" srcOrd="1" destOrd="0" presId="urn:microsoft.com/office/officeart/2018/2/layout/IconVerticalSolidList"/>
    <dgm:cxn modelId="{34D0677F-B4FD-448B-B6BA-EAA91D45C84A}" type="presParOf" srcId="{47AE320E-A5C4-48FC-9BA7-00431FE39CF8}" destId="{0C56DA95-B4DC-4F7C-A7AE-047FED61BA26}" srcOrd="2" destOrd="0" presId="urn:microsoft.com/office/officeart/2018/2/layout/IconVerticalSolidList"/>
    <dgm:cxn modelId="{C90CA250-C7D1-4C09-A4BD-9CA0175133D7}" type="presParOf" srcId="{47AE320E-A5C4-48FC-9BA7-00431FE39CF8}" destId="{8692D6A6-7BA7-4AEE-A2CA-A0D0F1588D5E}" srcOrd="3" destOrd="0" presId="urn:microsoft.com/office/officeart/2018/2/layout/IconVerticalSolidList"/>
    <dgm:cxn modelId="{F7C50552-AD23-49E8-9765-883BF9D3F369}" type="presParOf" srcId="{5C3B67AA-6075-40C1-A0A8-5443A7C1B4EE}" destId="{0C35D1BE-3A5E-4083-BAC7-ECECD2E69F5D}" srcOrd="1" destOrd="0" presId="urn:microsoft.com/office/officeart/2018/2/layout/IconVerticalSolidList"/>
    <dgm:cxn modelId="{0F43CC2E-684B-4DA7-9D0C-3658848AA5C4}" type="presParOf" srcId="{5C3B67AA-6075-40C1-A0A8-5443A7C1B4EE}" destId="{31F68421-1E21-479C-B441-59D8CE1B8888}" srcOrd="2" destOrd="0" presId="urn:microsoft.com/office/officeart/2018/2/layout/IconVerticalSolidList"/>
    <dgm:cxn modelId="{1CDEB664-7316-46E2-90AB-BD190DCC29E7}" type="presParOf" srcId="{31F68421-1E21-479C-B441-59D8CE1B8888}" destId="{1E85F099-6E55-42FD-8FAB-341AEA73E189}" srcOrd="0" destOrd="0" presId="urn:microsoft.com/office/officeart/2018/2/layout/IconVerticalSolidList"/>
    <dgm:cxn modelId="{A60B1EB1-E4E1-4107-B3B8-32AF9B8AA737}" type="presParOf" srcId="{31F68421-1E21-479C-B441-59D8CE1B8888}" destId="{21501582-2F87-4FF1-BC1C-4855B703B291}" srcOrd="1" destOrd="0" presId="urn:microsoft.com/office/officeart/2018/2/layout/IconVerticalSolidList"/>
    <dgm:cxn modelId="{6F78A352-566B-4D37-9C5C-26A2762DBACC}" type="presParOf" srcId="{31F68421-1E21-479C-B441-59D8CE1B8888}" destId="{AF86C001-3167-46B6-A716-85E61205C132}" srcOrd="2" destOrd="0" presId="urn:microsoft.com/office/officeart/2018/2/layout/IconVerticalSolidList"/>
    <dgm:cxn modelId="{96983AD7-42C7-4364-91B2-FC47A36E3B9C}" type="presParOf" srcId="{31F68421-1E21-479C-B441-59D8CE1B8888}" destId="{32E35F94-8183-4FC1-A3D9-BCBF4442F234}" srcOrd="3" destOrd="0" presId="urn:microsoft.com/office/officeart/2018/2/layout/IconVerticalSolidList"/>
    <dgm:cxn modelId="{BB77EB50-A8C9-4D5E-A913-09CAA1529636}" type="presParOf" srcId="{5C3B67AA-6075-40C1-A0A8-5443A7C1B4EE}" destId="{A85B3420-55B8-4324-A3C7-2DB73A15B3F8}" srcOrd="3" destOrd="0" presId="urn:microsoft.com/office/officeart/2018/2/layout/IconVerticalSolidList"/>
    <dgm:cxn modelId="{D21387EA-0164-47DD-BAAD-E8207E2698FC}" type="presParOf" srcId="{5C3B67AA-6075-40C1-A0A8-5443A7C1B4EE}" destId="{7077B035-4760-4F4A-82BF-D11C4734958F}" srcOrd="4" destOrd="0" presId="urn:microsoft.com/office/officeart/2018/2/layout/IconVerticalSolidList"/>
    <dgm:cxn modelId="{DF39BAF6-629C-48BF-AA4A-50E4AFC9AAA9}" type="presParOf" srcId="{7077B035-4760-4F4A-82BF-D11C4734958F}" destId="{933F1040-E4AB-48C1-BF52-51A79F0DDF3F}" srcOrd="0" destOrd="0" presId="urn:microsoft.com/office/officeart/2018/2/layout/IconVerticalSolidList"/>
    <dgm:cxn modelId="{1CA71BDA-052B-4FE8-A00B-A0DB520C6453}" type="presParOf" srcId="{7077B035-4760-4F4A-82BF-D11C4734958F}" destId="{8C5BF27A-03F8-4D57-BCF8-A74917820B74}" srcOrd="1" destOrd="0" presId="urn:microsoft.com/office/officeart/2018/2/layout/IconVerticalSolidList"/>
    <dgm:cxn modelId="{D9B9BB2C-E092-4F2D-A45B-5ECAEB556E79}" type="presParOf" srcId="{7077B035-4760-4F4A-82BF-D11C4734958F}" destId="{0E831303-C2B1-45ED-927E-BE7EB7F2E3DD}" srcOrd="2" destOrd="0" presId="urn:microsoft.com/office/officeart/2018/2/layout/IconVerticalSolidList"/>
    <dgm:cxn modelId="{3055CE07-4830-4EAB-A30D-88BBA2ABC618}" type="presParOf" srcId="{7077B035-4760-4F4A-82BF-D11C4734958F}" destId="{254CEC9F-D3AF-4724-B5BB-6C27AEF4CF10}" srcOrd="3" destOrd="0" presId="urn:microsoft.com/office/officeart/2018/2/layout/IconVerticalSolidList"/>
    <dgm:cxn modelId="{56752077-6A67-43F6-87EC-C8DB547C851D}" type="presParOf" srcId="{5C3B67AA-6075-40C1-A0A8-5443A7C1B4EE}" destId="{DFF1D34B-D5BD-4F5B-987D-C54A7276E64E}" srcOrd="5" destOrd="0" presId="urn:microsoft.com/office/officeart/2018/2/layout/IconVerticalSolidList"/>
    <dgm:cxn modelId="{68058DE1-35CF-407D-822C-EAF8C42039E0}" type="presParOf" srcId="{5C3B67AA-6075-40C1-A0A8-5443A7C1B4EE}" destId="{34A1814C-EA07-488B-91E0-6841AA72D587}" srcOrd="6" destOrd="0" presId="urn:microsoft.com/office/officeart/2018/2/layout/IconVerticalSolidList"/>
    <dgm:cxn modelId="{AC9D10D6-0C1F-46F0-80C7-17E9DEED6D4B}" type="presParOf" srcId="{34A1814C-EA07-488B-91E0-6841AA72D587}" destId="{D7DC57D7-F4C3-4BC6-81B0-6508AA57D105}" srcOrd="0" destOrd="0" presId="urn:microsoft.com/office/officeart/2018/2/layout/IconVerticalSolidList"/>
    <dgm:cxn modelId="{94E50A5F-7820-4397-9091-9DD4C4A4A59E}" type="presParOf" srcId="{34A1814C-EA07-488B-91E0-6841AA72D587}" destId="{F8E69481-0109-40A7-8C1C-98FA185F4E61}" srcOrd="1" destOrd="0" presId="urn:microsoft.com/office/officeart/2018/2/layout/IconVerticalSolidList"/>
    <dgm:cxn modelId="{B8633F05-6B67-4082-B48A-7C3C53B898FC}" type="presParOf" srcId="{34A1814C-EA07-488B-91E0-6841AA72D587}" destId="{369516F1-B5E9-4077-B82F-8E4FBE603690}" srcOrd="2" destOrd="0" presId="urn:microsoft.com/office/officeart/2018/2/layout/IconVerticalSolidList"/>
    <dgm:cxn modelId="{4002D8A4-3C45-425E-9975-260DBA9C2F0E}" type="presParOf" srcId="{34A1814C-EA07-488B-91E0-6841AA72D587}" destId="{F7D975CE-DEE6-40A2-95B2-B4A4D52DE6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45C8896-BCC4-401A-B1E1-B4945727DE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0EB35E-4B32-4AA2-A9BB-FAB502126BB6}">
      <dgm:prSet/>
      <dgm:spPr/>
      <dgm:t>
        <a:bodyPr/>
        <a:lstStyle/>
        <a:p>
          <a:r>
            <a:rPr lang="en-US" b="0" i="0"/>
            <a:t>Regular updates</a:t>
          </a:r>
          <a:endParaRPr lang="en-US"/>
        </a:p>
      </dgm:t>
    </dgm:pt>
    <dgm:pt modelId="{659E4BAE-AE3C-461B-9C16-3516EC1EA446}" type="parTrans" cxnId="{56F43966-5C7F-46CE-9E72-BD3628CD59C9}">
      <dgm:prSet/>
      <dgm:spPr/>
      <dgm:t>
        <a:bodyPr/>
        <a:lstStyle/>
        <a:p>
          <a:endParaRPr lang="en-US"/>
        </a:p>
      </dgm:t>
    </dgm:pt>
    <dgm:pt modelId="{53A3A516-EA8A-47CF-A065-6D8BEA7C8E00}" type="sibTrans" cxnId="{56F43966-5C7F-46CE-9E72-BD3628CD59C9}">
      <dgm:prSet/>
      <dgm:spPr/>
      <dgm:t>
        <a:bodyPr/>
        <a:lstStyle/>
        <a:p>
          <a:endParaRPr lang="en-US"/>
        </a:p>
      </dgm:t>
    </dgm:pt>
    <dgm:pt modelId="{41A828DF-9A47-4DDD-BA30-22D1A7737CC4}">
      <dgm:prSet/>
      <dgm:spPr/>
      <dgm:t>
        <a:bodyPr/>
        <a:lstStyle/>
        <a:p>
          <a:r>
            <a:rPr lang="en-US" b="0" i="0"/>
            <a:t>Security patch management</a:t>
          </a:r>
          <a:endParaRPr lang="en-US"/>
        </a:p>
      </dgm:t>
    </dgm:pt>
    <dgm:pt modelId="{A2F5EABE-8E00-4BB2-8E73-A2469D48C9F2}" type="parTrans" cxnId="{89CED992-719E-4704-AFFE-A6E3FF3A7A53}">
      <dgm:prSet/>
      <dgm:spPr/>
      <dgm:t>
        <a:bodyPr/>
        <a:lstStyle/>
        <a:p>
          <a:endParaRPr lang="en-US"/>
        </a:p>
      </dgm:t>
    </dgm:pt>
    <dgm:pt modelId="{7B2CB8CF-F183-4A7B-8F56-47A3B9895B3D}" type="sibTrans" cxnId="{89CED992-719E-4704-AFFE-A6E3FF3A7A53}">
      <dgm:prSet/>
      <dgm:spPr/>
      <dgm:t>
        <a:bodyPr/>
        <a:lstStyle/>
        <a:p>
          <a:endParaRPr lang="en-US"/>
        </a:p>
      </dgm:t>
    </dgm:pt>
    <dgm:pt modelId="{3649EE49-D2E1-418E-AB8C-33DABDCA5F95}">
      <dgm:prSet/>
      <dgm:spPr/>
      <dgm:t>
        <a:bodyPr/>
        <a:lstStyle/>
        <a:p>
          <a:r>
            <a:rPr lang="en-US" b="0" i="0"/>
            <a:t>System monitoring</a:t>
          </a:r>
          <a:endParaRPr lang="en-US"/>
        </a:p>
      </dgm:t>
    </dgm:pt>
    <dgm:pt modelId="{BCD6E9EE-D4FC-4327-94E1-1933EE4D1CA0}" type="parTrans" cxnId="{07F39A53-D8ED-4F1F-841F-5140FBADF6AA}">
      <dgm:prSet/>
      <dgm:spPr/>
      <dgm:t>
        <a:bodyPr/>
        <a:lstStyle/>
        <a:p>
          <a:endParaRPr lang="en-US"/>
        </a:p>
      </dgm:t>
    </dgm:pt>
    <dgm:pt modelId="{AE3A1ED8-246E-457C-A121-2C08949A7CDC}" type="sibTrans" cxnId="{07F39A53-D8ED-4F1F-841F-5140FBADF6AA}">
      <dgm:prSet/>
      <dgm:spPr/>
      <dgm:t>
        <a:bodyPr/>
        <a:lstStyle/>
        <a:p>
          <a:endParaRPr lang="en-US"/>
        </a:p>
      </dgm:t>
    </dgm:pt>
    <dgm:pt modelId="{E1A83E36-9CB4-42A6-97A4-A00324962314}">
      <dgm:prSet/>
      <dgm:spPr/>
      <dgm:t>
        <a:bodyPr/>
        <a:lstStyle/>
        <a:p>
          <a:r>
            <a:rPr lang="en-US" b="0" i="0"/>
            <a:t>Performance optimization</a:t>
          </a:r>
          <a:endParaRPr lang="en-US"/>
        </a:p>
      </dgm:t>
    </dgm:pt>
    <dgm:pt modelId="{1C530FCE-9A9C-4F56-97E3-5EBAE05A5DF1}" type="parTrans" cxnId="{DF0EE919-075C-412C-A9EC-36A439BF946F}">
      <dgm:prSet/>
      <dgm:spPr/>
      <dgm:t>
        <a:bodyPr/>
        <a:lstStyle/>
        <a:p>
          <a:endParaRPr lang="en-US"/>
        </a:p>
      </dgm:t>
    </dgm:pt>
    <dgm:pt modelId="{614F45E9-FD3D-405A-8D4A-59033BA25A80}" type="sibTrans" cxnId="{DF0EE919-075C-412C-A9EC-36A439BF946F}">
      <dgm:prSet/>
      <dgm:spPr/>
      <dgm:t>
        <a:bodyPr/>
        <a:lstStyle/>
        <a:p>
          <a:endParaRPr lang="en-US"/>
        </a:p>
      </dgm:t>
    </dgm:pt>
    <dgm:pt modelId="{5550084D-D2C8-4C72-9914-CFF1A3AB9EE5}" type="pres">
      <dgm:prSet presAssocID="{445C8896-BCC4-401A-B1E1-B4945727DE28}" presName="root" presStyleCnt="0">
        <dgm:presLayoutVars>
          <dgm:dir/>
          <dgm:resizeHandles val="exact"/>
        </dgm:presLayoutVars>
      </dgm:prSet>
      <dgm:spPr/>
    </dgm:pt>
    <dgm:pt modelId="{C3CBBD71-4C3B-4497-BC86-41A81377931A}" type="pres">
      <dgm:prSet presAssocID="{E70EB35E-4B32-4AA2-A9BB-FAB502126BB6}" presName="compNode" presStyleCnt="0"/>
      <dgm:spPr/>
    </dgm:pt>
    <dgm:pt modelId="{55D1F6B5-0CC6-437E-A8D6-6BAFDBDA82DC}" type="pres">
      <dgm:prSet presAssocID="{E70EB35E-4B32-4AA2-A9BB-FAB502126BB6}" presName="bgRect" presStyleLbl="bgShp" presStyleIdx="0" presStyleCnt="4"/>
      <dgm:spPr/>
    </dgm:pt>
    <dgm:pt modelId="{2EA44B95-FA43-441C-A8C3-4A04E9C00F06}" type="pres">
      <dgm:prSet presAssocID="{E70EB35E-4B32-4AA2-A9BB-FAB502126BB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FCECFB-EE5E-40BD-B440-C2AAF858981C}" type="pres">
      <dgm:prSet presAssocID="{E70EB35E-4B32-4AA2-A9BB-FAB502126BB6}" presName="spaceRect" presStyleCnt="0"/>
      <dgm:spPr/>
    </dgm:pt>
    <dgm:pt modelId="{5B62221A-7F57-4A0B-9738-9AAB92E0F523}" type="pres">
      <dgm:prSet presAssocID="{E70EB35E-4B32-4AA2-A9BB-FAB502126BB6}" presName="parTx" presStyleLbl="revTx" presStyleIdx="0" presStyleCnt="4">
        <dgm:presLayoutVars>
          <dgm:chMax val="0"/>
          <dgm:chPref val="0"/>
        </dgm:presLayoutVars>
      </dgm:prSet>
      <dgm:spPr/>
    </dgm:pt>
    <dgm:pt modelId="{7FDF2D47-2501-4A7C-8671-586DB17217E1}" type="pres">
      <dgm:prSet presAssocID="{53A3A516-EA8A-47CF-A065-6D8BEA7C8E00}" presName="sibTrans" presStyleCnt="0"/>
      <dgm:spPr/>
    </dgm:pt>
    <dgm:pt modelId="{42464223-5FE9-4A97-BF93-283F23FFB299}" type="pres">
      <dgm:prSet presAssocID="{41A828DF-9A47-4DDD-BA30-22D1A7737CC4}" presName="compNode" presStyleCnt="0"/>
      <dgm:spPr/>
    </dgm:pt>
    <dgm:pt modelId="{B1153DA3-9479-4C7E-A969-272C42585ACA}" type="pres">
      <dgm:prSet presAssocID="{41A828DF-9A47-4DDD-BA30-22D1A7737CC4}" presName="bgRect" presStyleLbl="bgShp" presStyleIdx="1" presStyleCnt="4"/>
      <dgm:spPr/>
    </dgm:pt>
    <dgm:pt modelId="{E8563D65-C1D3-4969-92D0-1A9EDEB47642}" type="pres">
      <dgm:prSet presAssocID="{41A828DF-9A47-4DDD-BA30-22D1A7737C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A7C2D73-2073-4213-B6A0-93F23A5848B1}" type="pres">
      <dgm:prSet presAssocID="{41A828DF-9A47-4DDD-BA30-22D1A7737CC4}" presName="spaceRect" presStyleCnt="0"/>
      <dgm:spPr/>
    </dgm:pt>
    <dgm:pt modelId="{D8BD194E-4375-4869-A60C-BD3A95CE2A38}" type="pres">
      <dgm:prSet presAssocID="{41A828DF-9A47-4DDD-BA30-22D1A7737CC4}" presName="parTx" presStyleLbl="revTx" presStyleIdx="1" presStyleCnt="4">
        <dgm:presLayoutVars>
          <dgm:chMax val="0"/>
          <dgm:chPref val="0"/>
        </dgm:presLayoutVars>
      </dgm:prSet>
      <dgm:spPr/>
    </dgm:pt>
    <dgm:pt modelId="{911951D0-2AB6-4847-B01C-B551AC757F56}" type="pres">
      <dgm:prSet presAssocID="{7B2CB8CF-F183-4A7B-8F56-47A3B9895B3D}" presName="sibTrans" presStyleCnt="0"/>
      <dgm:spPr/>
    </dgm:pt>
    <dgm:pt modelId="{AAB08ADE-2A87-4DB4-8F2A-C58BA7D6B0E1}" type="pres">
      <dgm:prSet presAssocID="{3649EE49-D2E1-418E-AB8C-33DABDCA5F95}" presName="compNode" presStyleCnt="0"/>
      <dgm:spPr/>
    </dgm:pt>
    <dgm:pt modelId="{805F0C22-4F24-422E-AE07-080F8DED8AB7}" type="pres">
      <dgm:prSet presAssocID="{3649EE49-D2E1-418E-AB8C-33DABDCA5F95}" presName="bgRect" presStyleLbl="bgShp" presStyleIdx="2" presStyleCnt="4"/>
      <dgm:spPr/>
    </dgm:pt>
    <dgm:pt modelId="{03018F43-2B3B-47E8-A919-58AFED9FD490}" type="pres">
      <dgm:prSet presAssocID="{3649EE49-D2E1-418E-AB8C-33DABDCA5F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C14A941-CD28-4AA7-9231-3097A4B0E4D0}" type="pres">
      <dgm:prSet presAssocID="{3649EE49-D2E1-418E-AB8C-33DABDCA5F95}" presName="spaceRect" presStyleCnt="0"/>
      <dgm:spPr/>
    </dgm:pt>
    <dgm:pt modelId="{390104BD-4129-458B-A9ED-BCC7C35EFEA9}" type="pres">
      <dgm:prSet presAssocID="{3649EE49-D2E1-418E-AB8C-33DABDCA5F95}" presName="parTx" presStyleLbl="revTx" presStyleIdx="2" presStyleCnt="4">
        <dgm:presLayoutVars>
          <dgm:chMax val="0"/>
          <dgm:chPref val="0"/>
        </dgm:presLayoutVars>
      </dgm:prSet>
      <dgm:spPr/>
    </dgm:pt>
    <dgm:pt modelId="{7CEB3528-8FBF-4BFD-8B5B-109D84E876BD}" type="pres">
      <dgm:prSet presAssocID="{AE3A1ED8-246E-457C-A121-2C08949A7CDC}" presName="sibTrans" presStyleCnt="0"/>
      <dgm:spPr/>
    </dgm:pt>
    <dgm:pt modelId="{7394FF5A-6786-4313-99C0-58BE8998ACA7}" type="pres">
      <dgm:prSet presAssocID="{E1A83E36-9CB4-42A6-97A4-A00324962314}" presName="compNode" presStyleCnt="0"/>
      <dgm:spPr/>
    </dgm:pt>
    <dgm:pt modelId="{17DB8FD0-3539-4320-B8CA-00B8E0313780}" type="pres">
      <dgm:prSet presAssocID="{E1A83E36-9CB4-42A6-97A4-A00324962314}" presName="bgRect" presStyleLbl="bgShp" presStyleIdx="3" presStyleCnt="4"/>
      <dgm:spPr/>
    </dgm:pt>
    <dgm:pt modelId="{686B934F-7435-4F34-B4BE-8ACA25D42A0F}" type="pres">
      <dgm:prSet presAssocID="{E1A83E36-9CB4-42A6-97A4-A0032496231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243566B-B35E-43D9-B88A-F7D0A534CA93}" type="pres">
      <dgm:prSet presAssocID="{E1A83E36-9CB4-42A6-97A4-A00324962314}" presName="spaceRect" presStyleCnt="0"/>
      <dgm:spPr/>
    </dgm:pt>
    <dgm:pt modelId="{89DE3346-11FC-438B-9A29-59CEA28B6BA2}" type="pres">
      <dgm:prSet presAssocID="{E1A83E36-9CB4-42A6-97A4-A0032496231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2C2CF15-D27E-47E9-85A3-3FF12501F7DC}" type="presOf" srcId="{445C8896-BCC4-401A-B1E1-B4945727DE28}" destId="{5550084D-D2C8-4C72-9914-CFF1A3AB9EE5}" srcOrd="0" destOrd="0" presId="urn:microsoft.com/office/officeart/2018/2/layout/IconVerticalSolidList"/>
    <dgm:cxn modelId="{DF0EE919-075C-412C-A9EC-36A439BF946F}" srcId="{445C8896-BCC4-401A-B1E1-B4945727DE28}" destId="{E1A83E36-9CB4-42A6-97A4-A00324962314}" srcOrd="3" destOrd="0" parTransId="{1C530FCE-9A9C-4F56-97E3-5EBAE05A5DF1}" sibTransId="{614F45E9-FD3D-405A-8D4A-59033BA25A80}"/>
    <dgm:cxn modelId="{ECAA0D26-4440-4AFE-8312-36D18BD49580}" type="presOf" srcId="{41A828DF-9A47-4DDD-BA30-22D1A7737CC4}" destId="{D8BD194E-4375-4869-A60C-BD3A95CE2A38}" srcOrd="0" destOrd="0" presId="urn:microsoft.com/office/officeart/2018/2/layout/IconVerticalSolidList"/>
    <dgm:cxn modelId="{D83F5727-5EE5-4418-9F17-B0AB4A7C7962}" type="presOf" srcId="{E70EB35E-4B32-4AA2-A9BB-FAB502126BB6}" destId="{5B62221A-7F57-4A0B-9738-9AAB92E0F523}" srcOrd="0" destOrd="0" presId="urn:microsoft.com/office/officeart/2018/2/layout/IconVerticalSolidList"/>
    <dgm:cxn modelId="{56F43966-5C7F-46CE-9E72-BD3628CD59C9}" srcId="{445C8896-BCC4-401A-B1E1-B4945727DE28}" destId="{E70EB35E-4B32-4AA2-A9BB-FAB502126BB6}" srcOrd="0" destOrd="0" parTransId="{659E4BAE-AE3C-461B-9C16-3516EC1EA446}" sibTransId="{53A3A516-EA8A-47CF-A065-6D8BEA7C8E00}"/>
    <dgm:cxn modelId="{83FB3966-111C-41C9-98E9-C6E179B83CE1}" type="presOf" srcId="{3649EE49-D2E1-418E-AB8C-33DABDCA5F95}" destId="{390104BD-4129-458B-A9ED-BCC7C35EFEA9}" srcOrd="0" destOrd="0" presId="urn:microsoft.com/office/officeart/2018/2/layout/IconVerticalSolidList"/>
    <dgm:cxn modelId="{B5BEC04B-4099-4106-B4F4-F719EB9DF0C9}" type="presOf" srcId="{E1A83E36-9CB4-42A6-97A4-A00324962314}" destId="{89DE3346-11FC-438B-9A29-59CEA28B6BA2}" srcOrd="0" destOrd="0" presId="urn:microsoft.com/office/officeart/2018/2/layout/IconVerticalSolidList"/>
    <dgm:cxn modelId="{07F39A53-D8ED-4F1F-841F-5140FBADF6AA}" srcId="{445C8896-BCC4-401A-B1E1-B4945727DE28}" destId="{3649EE49-D2E1-418E-AB8C-33DABDCA5F95}" srcOrd="2" destOrd="0" parTransId="{BCD6E9EE-D4FC-4327-94E1-1933EE4D1CA0}" sibTransId="{AE3A1ED8-246E-457C-A121-2C08949A7CDC}"/>
    <dgm:cxn modelId="{89CED992-719E-4704-AFFE-A6E3FF3A7A53}" srcId="{445C8896-BCC4-401A-B1E1-B4945727DE28}" destId="{41A828DF-9A47-4DDD-BA30-22D1A7737CC4}" srcOrd="1" destOrd="0" parTransId="{A2F5EABE-8E00-4BB2-8E73-A2469D48C9F2}" sibTransId="{7B2CB8CF-F183-4A7B-8F56-47A3B9895B3D}"/>
    <dgm:cxn modelId="{9BAF0BE7-6A03-4828-A715-8A9751EA5753}" type="presParOf" srcId="{5550084D-D2C8-4C72-9914-CFF1A3AB9EE5}" destId="{C3CBBD71-4C3B-4497-BC86-41A81377931A}" srcOrd="0" destOrd="0" presId="urn:microsoft.com/office/officeart/2018/2/layout/IconVerticalSolidList"/>
    <dgm:cxn modelId="{EA29F79C-107A-4D34-8210-20FF18BA9134}" type="presParOf" srcId="{C3CBBD71-4C3B-4497-BC86-41A81377931A}" destId="{55D1F6B5-0CC6-437E-A8D6-6BAFDBDA82DC}" srcOrd="0" destOrd="0" presId="urn:microsoft.com/office/officeart/2018/2/layout/IconVerticalSolidList"/>
    <dgm:cxn modelId="{CC0359CA-23A0-4AA0-A5DC-146B9B8ED50E}" type="presParOf" srcId="{C3CBBD71-4C3B-4497-BC86-41A81377931A}" destId="{2EA44B95-FA43-441C-A8C3-4A04E9C00F06}" srcOrd="1" destOrd="0" presId="urn:microsoft.com/office/officeart/2018/2/layout/IconVerticalSolidList"/>
    <dgm:cxn modelId="{FEC7AA05-B4A9-4CE1-9696-0DF727366936}" type="presParOf" srcId="{C3CBBD71-4C3B-4497-BC86-41A81377931A}" destId="{E4FCECFB-EE5E-40BD-B440-C2AAF858981C}" srcOrd="2" destOrd="0" presId="urn:microsoft.com/office/officeart/2018/2/layout/IconVerticalSolidList"/>
    <dgm:cxn modelId="{C14FC81F-C8B7-43AE-8C98-6960815E7BAD}" type="presParOf" srcId="{C3CBBD71-4C3B-4497-BC86-41A81377931A}" destId="{5B62221A-7F57-4A0B-9738-9AAB92E0F523}" srcOrd="3" destOrd="0" presId="urn:microsoft.com/office/officeart/2018/2/layout/IconVerticalSolidList"/>
    <dgm:cxn modelId="{0B9815A8-4E57-4C73-88BA-DDE60AE52219}" type="presParOf" srcId="{5550084D-D2C8-4C72-9914-CFF1A3AB9EE5}" destId="{7FDF2D47-2501-4A7C-8671-586DB17217E1}" srcOrd="1" destOrd="0" presId="urn:microsoft.com/office/officeart/2018/2/layout/IconVerticalSolidList"/>
    <dgm:cxn modelId="{76C99DED-83CD-466D-B7D2-1FB4B6DA4377}" type="presParOf" srcId="{5550084D-D2C8-4C72-9914-CFF1A3AB9EE5}" destId="{42464223-5FE9-4A97-BF93-283F23FFB299}" srcOrd="2" destOrd="0" presId="urn:microsoft.com/office/officeart/2018/2/layout/IconVerticalSolidList"/>
    <dgm:cxn modelId="{1F0C3CCE-5B31-4F66-83EF-A48373BF854C}" type="presParOf" srcId="{42464223-5FE9-4A97-BF93-283F23FFB299}" destId="{B1153DA3-9479-4C7E-A969-272C42585ACA}" srcOrd="0" destOrd="0" presId="urn:microsoft.com/office/officeart/2018/2/layout/IconVerticalSolidList"/>
    <dgm:cxn modelId="{AB694477-E588-4BE1-B2E0-0968DCFA78FA}" type="presParOf" srcId="{42464223-5FE9-4A97-BF93-283F23FFB299}" destId="{E8563D65-C1D3-4969-92D0-1A9EDEB47642}" srcOrd="1" destOrd="0" presId="urn:microsoft.com/office/officeart/2018/2/layout/IconVerticalSolidList"/>
    <dgm:cxn modelId="{A467F676-0B3C-4A05-A07B-9001BF4873FF}" type="presParOf" srcId="{42464223-5FE9-4A97-BF93-283F23FFB299}" destId="{0A7C2D73-2073-4213-B6A0-93F23A5848B1}" srcOrd="2" destOrd="0" presId="urn:microsoft.com/office/officeart/2018/2/layout/IconVerticalSolidList"/>
    <dgm:cxn modelId="{922E3D45-1648-4419-8A32-BD16E91C3C7C}" type="presParOf" srcId="{42464223-5FE9-4A97-BF93-283F23FFB299}" destId="{D8BD194E-4375-4869-A60C-BD3A95CE2A38}" srcOrd="3" destOrd="0" presId="urn:microsoft.com/office/officeart/2018/2/layout/IconVerticalSolidList"/>
    <dgm:cxn modelId="{585B9082-9304-4947-B0C8-C4D053E4B4B7}" type="presParOf" srcId="{5550084D-D2C8-4C72-9914-CFF1A3AB9EE5}" destId="{911951D0-2AB6-4847-B01C-B551AC757F56}" srcOrd="3" destOrd="0" presId="urn:microsoft.com/office/officeart/2018/2/layout/IconVerticalSolidList"/>
    <dgm:cxn modelId="{D8E99EF6-864D-4877-95DC-990FE0E81A36}" type="presParOf" srcId="{5550084D-D2C8-4C72-9914-CFF1A3AB9EE5}" destId="{AAB08ADE-2A87-4DB4-8F2A-C58BA7D6B0E1}" srcOrd="4" destOrd="0" presId="urn:microsoft.com/office/officeart/2018/2/layout/IconVerticalSolidList"/>
    <dgm:cxn modelId="{C1CD7828-7E2E-444E-ADDD-B61A316B380B}" type="presParOf" srcId="{AAB08ADE-2A87-4DB4-8F2A-C58BA7D6B0E1}" destId="{805F0C22-4F24-422E-AE07-080F8DED8AB7}" srcOrd="0" destOrd="0" presId="urn:microsoft.com/office/officeart/2018/2/layout/IconVerticalSolidList"/>
    <dgm:cxn modelId="{99994C85-F632-4241-A65D-A9F806CB6D68}" type="presParOf" srcId="{AAB08ADE-2A87-4DB4-8F2A-C58BA7D6B0E1}" destId="{03018F43-2B3B-47E8-A919-58AFED9FD490}" srcOrd="1" destOrd="0" presId="urn:microsoft.com/office/officeart/2018/2/layout/IconVerticalSolidList"/>
    <dgm:cxn modelId="{C94CCA15-7346-4472-947B-709318E621A5}" type="presParOf" srcId="{AAB08ADE-2A87-4DB4-8F2A-C58BA7D6B0E1}" destId="{9C14A941-CD28-4AA7-9231-3097A4B0E4D0}" srcOrd="2" destOrd="0" presId="urn:microsoft.com/office/officeart/2018/2/layout/IconVerticalSolidList"/>
    <dgm:cxn modelId="{BAA046C9-B718-4C11-8575-5681F4D354AD}" type="presParOf" srcId="{AAB08ADE-2A87-4DB4-8F2A-C58BA7D6B0E1}" destId="{390104BD-4129-458B-A9ED-BCC7C35EFEA9}" srcOrd="3" destOrd="0" presId="urn:microsoft.com/office/officeart/2018/2/layout/IconVerticalSolidList"/>
    <dgm:cxn modelId="{BD714EED-6310-4BB2-BE37-66FBFFA6207A}" type="presParOf" srcId="{5550084D-D2C8-4C72-9914-CFF1A3AB9EE5}" destId="{7CEB3528-8FBF-4BFD-8B5B-109D84E876BD}" srcOrd="5" destOrd="0" presId="urn:microsoft.com/office/officeart/2018/2/layout/IconVerticalSolidList"/>
    <dgm:cxn modelId="{5893B66D-BC3D-4402-BDD3-AE1906CF24C7}" type="presParOf" srcId="{5550084D-D2C8-4C72-9914-CFF1A3AB9EE5}" destId="{7394FF5A-6786-4313-99C0-58BE8998ACA7}" srcOrd="6" destOrd="0" presId="urn:microsoft.com/office/officeart/2018/2/layout/IconVerticalSolidList"/>
    <dgm:cxn modelId="{9A4AE098-3B0C-43C1-9C2A-92E2C7B28485}" type="presParOf" srcId="{7394FF5A-6786-4313-99C0-58BE8998ACA7}" destId="{17DB8FD0-3539-4320-B8CA-00B8E0313780}" srcOrd="0" destOrd="0" presId="urn:microsoft.com/office/officeart/2018/2/layout/IconVerticalSolidList"/>
    <dgm:cxn modelId="{D0AF54D3-9C76-459E-AE86-235D095C063B}" type="presParOf" srcId="{7394FF5A-6786-4313-99C0-58BE8998ACA7}" destId="{686B934F-7435-4F34-B4BE-8ACA25D42A0F}" srcOrd="1" destOrd="0" presId="urn:microsoft.com/office/officeart/2018/2/layout/IconVerticalSolidList"/>
    <dgm:cxn modelId="{EA2B40A3-7C7F-4644-8AB6-6B248C3A12F2}" type="presParOf" srcId="{7394FF5A-6786-4313-99C0-58BE8998ACA7}" destId="{9243566B-B35E-43D9-B88A-F7D0A534CA93}" srcOrd="2" destOrd="0" presId="urn:microsoft.com/office/officeart/2018/2/layout/IconVerticalSolidList"/>
    <dgm:cxn modelId="{D9E00FD2-288E-4290-803A-EB9F87F5C83D}" type="presParOf" srcId="{7394FF5A-6786-4313-99C0-58BE8998ACA7}" destId="{89DE3346-11FC-438B-9A29-59CEA28B6B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E00377B-D08B-4E42-A2F8-E902C3FC94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1D6A97-1425-4555-A2E7-27871BAF9D48}">
      <dgm:prSet/>
      <dgm:spPr/>
      <dgm:t>
        <a:bodyPr/>
        <a:lstStyle/>
        <a:p>
          <a:r>
            <a:rPr lang="en-US" b="0" i="0"/>
            <a:t>Legal licensing ensures support</a:t>
          </a:r>
          <a:endParaRPr lang="en-US"/>
        </a:p>
      </dgm:t>
    </dgm:pt>
    <dgm:pt modelId="{79955841-D268-4C23-92A0-AC9C100E014B}" type="parTrans" cxnId="{98B69B4C-24CB-4BD8-B57B-3D1712BDFF6B}">
      <dgm:prSet/>
      <dgm:spPr/>
      <dgm:t>
        <a:bodyPr/>
        <a:lstStyle/>
        <a:p>
          <a:endParaRPr lang="en-US"/>
        </a:p>
      </dgm:t>
    </dgm:pt>
    <dgm:pt modelId="{7F6AB5AF-678D-4EAD-92C3-EE7FE9F9A24C}" type="sibTrans" cxnId="{98B69B4C-24CB-4BD8-B57B-3D1712BDFF6B}">
      <dgm:prSet/>
      <dgm:spPr/>
      <dgm:t>
        <a:bodyPr/>
        <a:lstStyle/>
        <a:p>
          <a:endParaRPr lang="en-US"/>
        </a:p>
      </dgm:t>
    </dgm:pt>
    <dgm:pt modelId="{7D9E8578-3B65-4184-9D26-F712FCF13EA2}">
      <dgm:prSet/>
      <dgm:spPr/>
      <dgm:t>
        <a:bodyPr/>
        <a:lstStyle/>
        <a:p>
          <a:r>
            <a:rPr lang="en-US" b="0" i="0"/>
            <a:t>Volume licensing for enterprises</a:t>
          </a:r>
          <a:endParaRPr lang="en-US"/>
        </a:p>
      </dgm:t>
    </dgm:pt>
    <dgm:pt modelId="{40431ACF-E727-4703-8381-500C38A60194}" type="parTrans" cxnId="{B492E396-AC3A-4A32-AF2A-5FD34212AC96}">
      <dgm:prSet/>
      <dgm:spPr/>
      <dgm:t>
        <a:bodyPr/>
        <a:lstStyle/>
        <a:p>
          <a:endParaRPr lang="en-US"/>
        </a:p>
      </dgm:t>
    </dgm:pt>
    <dgm:pt modelId="{3247E08A-1D98-4692-A086-1346036D5C34}" type="sibTrans" cxnId="{B492E396-AC3A-4A32-AF2A-5FD34212AC96}">
      <dgm:prSet/>
      <dgm:spPr/>
      <dgm:t>
        <a:bodyPr/>
        <a:lstStyle/>
        <a:p>
          <a:endParaRPr lang="en-US"/>
        </a:p>
      </dgm:t>
    </dgm:pt>
    <dgm:pt modelId="{AF02D94F-30CE-425F-AE88-64CE3301E3B9}">
      <dgm:prSet/>
      <dgm:spPr/>
      <dgm:t>
        <a:bodyPr/>
        <a:lstStyle/>
        <a:p>
          <a:r>
            <a:rPr lang="en-US" b="0" i="0"/>
            <a:t>Activation protects system integrity</a:t>
          </a:r>
          <a:endParaRPr lang="en-US"/>
        </a:p>
      </dgm:t>
    </dgm:pt>
    <dgm:pt modelId="{5F89377C-7397-49CD-B4C5-07151DD7718A}" type="parTrans" cxnId="{09693156-6C4C-4214-87D0-71BD62503BC0}">
      <dgm:prSet/>
      <dgm:spPr/>
      <dgm:t>
        <a:bodyPr/>
        <a:lstStyle/>
        <a:p>
          <a:endParaRPr lang="en-US"/>
        </a:p>
      </dgm:t>
    </dgm:pt>
    <dgm:pt modelId="{140E31CB-510B-436E-A4A3-AE090F09C82C}" type="sibTrans" cxnId="{09693156-6C4C-4214-87D0-71BD62503BC0}">
      <dgm:prSet/>
      <dgm:spPr/>
      <dgm:t>
        <a:bodyPr/>
        <a:lstStyle/>
        <a:p>
          <a:endParaRPr lang="en-US"/>
        </a:p>
      </dgm:t>
    </dgm:pt>
    <dgm:pt modelId="{F011B561-F2F3-4810-82DF-C9606D5A0472}" type="pres">
      <dgm:prSet presAssocID="{3E00377B-D08B-4E42-A2F8-E902C3FC94C3}" presName="root" presStyleCnt="0">
        <dgm:presLayoutVars>
          <dgm:dir/>
          <dgm:resizeHandles val="exact"/>
        </dgm:presLayoutVars>
      </dgm:prSet>
      <dgm:spPr/>
    </dgm:pt>
    <dgm:pt modelId="{A831FE39-567D-421B-9DEA-9DE7A3F0090B}" type="pres">
      <dgm:prSet presAssocID="{A71D6A97-1425-4555-A2E7-27871BAF9D48}" presName="compNode" presStyleCnt="0"/>
      <dgm:spPr/>
    </dgm:pt>
    <dgm:pt modelId="{64716A71-6543-48C8-A86E-31E77C838B6F}" type="pres">
      <dgm:prSet presAssocID="{A71D6A97-1425-4555-A2E7-27871BAF9D48}" presName="bgRect" presStyleLbl="bgShp" presStyleIdx="0" presStyleCnt="3"/>
      <dgm:spPr/>
    </dgm:pt>
    <dgm:pt modelId="{7978CFDC-F23A-4E10-91DE-31E34F436EC2}" type="pres">
      <dgm:prSet presAssocID="{A71D6A97-1425-4555-A2E7-27871BAF9D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F7DA313-5A5F-41C2-BF51-12F4CE701FBA}" type="pres">
      <dgm:prSet presAssocID="{A71D6A97-1425-4555-A2E7-27871BAF9D48}" presName="spaceRect" presStyleCnt="0"/>
      <dgm:spPr/>
    </dgm:pt>
    <dgm:pt modelId="{0989CBF0-11E4-4751-80EF-60C13C9148C8}" type="pres">
      <dgm:prSet presAssocID="{A71D6A97-1425-4555-A2E7-27871BAF9D48}" presName="parTx" presStyleLbl="revTx" presStyleIdx="0" presStyleCnt="3">
        <dgm:presLayoutVars>
          <dgm:chMax val="0"/>
          <dgm:chPref val="0"/>
        </dgm:presLayoutVars>
      </dgm:prSet>
      <dgm:spPr/>
    </dgm:pt>
    <dgm:pt modelId="{EB1B0074-2452-4B54-8BA6-4BAF64B513C3}" type="pres">
      <dgm:prSet presAssocID="{7F6AB5AF-678D-4EAD-92C3-EE7FE9F9A24C}" presName="sibTrans" presStyleCnt="0"/>
      <dgm:spPr/>
    </dgm:pt>
    <dgm:pt modelId="{4621407E-AE00-46C9-BC2D-5C18B582B187}" type="pres">
      <dgm:prSet presAssocID="{7D9E8578-3B65-4184-9D26-F712FCF13EA2}" presName="compNode" presStyleCnt="0"/>
      <dgm:spPr/>
    </dgm:pt>
    <dgm:pt modelId="{F0A3B5F7-293D-472B-B878-F02D6E1CD912}" type="pres">
      <dgm:prSet presAssocID="{7D9E8578-3B65-4184-9D26-F712FCF13EA2}" presName="bgRect" presStyleLbl="bgShp" presStyleIdx="1" presStyleCnt="3"/>
      <dgm:spPr/>
    </dgm:pt>
    <dgm:pt modelId="{60CE26E8-0EA5-4108-B14A-E66EA6126D19}" type="pres">
      <dgm:prSet presAssocID="{7D9E8578-3B65-4184-9D26-F712FCF13E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A228F04-E70D-4CE5-9568-D7F7F5CEDC09}" type="pres">
      <dgm:prSet presAssocID="{7D9E8578-3B65-4184-9D26-F712FCF13EA2}" presName="spaceRect" presStyleCnt="0"/>
      <dgm:spPr/>
    </dgm:pt>
    <dgm:pt modelId="{204CE3E5-C783-462F-A00B-1033AF84760D}" type="pres">
      <dgm:prSet presAssocID="{7D9E8578-3B65-4184-9D26-F712FCF13EA2}" presName="parTx" presStyleLbl="revTx" presStyleIdx="1" presStyleCnt="3">
        <dgm:presLayoutVars>
          <dgm:chMax val="0"/>
          <dgm:chPref val="0"/>
        </dgm:presLayoutVars>
      </dgm:prSet>
      <dgm:spPr/>
    </dgm:pt>
    <dgm:pt modelId="{14A97BF8-1853-403A-984A-6EFC0AFFD2EA}" type="pres">
      <dgm:prSet presAssocID="{3247E08A-1D98-4692-A086-1346036D5C34}" presName="sibTrans" presStyleCnt="0"/>
      <dgm:spPr/>
    </dgm:pt>
    <dgm:pt modelId="{3DEF705D-351D-4C9D-B398-D50D67CD3A26}" type="pres">
      <dgm:prSet presAssocID="{AF02D94F-30CE-425F-AE88-64CE3301E3B9}" presName="compNode" presStyleCnt="0"/>
      <dgm:spPr/>
    </dgm:pt>
    <dgm:pt modelId="{2A27EDD0-A136-4EA7-9F8E-C87FCB398E49}" type="pres">
      <dgm:prSet presAssocID="{AF02D94F-30CE-425F-AE88-64CE3301E3B9}" presName="bgRect" presStyleLbl="bgShp" presStyleIdx="2" presStyleCnt="3"/>
      <dgm:spPr/>
    </dgm:pt>
    <dgm:pt modelId="{4104B6F2-AF57-45FD-B77A-032A14F09A92}" type="pres">
      <dgm:prSet presAssocID="{AF02D94F-30CE-425F-AE88-64CE3301E3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FD140D-410B-4E55-B2EE-063CC1E8DE7A}" type="pres">
      <dgm:prSet presAssocID="{AF02D94F-30CE-425F-AE88-64CE3301E3B9}" presName="spaceRect" presStyleCnt="0"/>
      <dgm:spPr/>
    </dgm:pt>
    <dgm:pt modelId="{861B4DCD-A506-49F1-8FF2-04AF9A9417C8}" type="pres">
      <dgm:prSet presAssocID="{AF02D94F-30CE-425F-AE88-64CE3301E3B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C158D1D-F5B1-49A3-8BAA-A50D94F2EC5F}" type="presOf" srcId="{3E00377B-D08B-4E42-A2F8-E902C3FC94C3}" destId="{F011B561-F2F3-4810-82DF-C9606D5A0472}" srcOrd="0" destOrd="0" presId="urn:microsoft.com/office/officeart/2018/2/layout/IconVerticalSolidList"/>
    <dgm:cxn modelId="{A808844A-E055-457F-B60F-9BCEC61341E8}" type="presOf" srcId="{AF02D94F-30CE-425F-AE88-64CE3301E3B9}" destId="{861B4DCD-A506-49F1-8FF2-04AF9A9417C8}" srcOrd="0" destOrd="0" presId="urn:microsoft.com/office/officeart/2018/2/layout/IconVerticalSolidList"/>
    <dgm:cxn modelId="{98B69B4C-24CB-4BD8-B57B-3D1712BDFF6B}" srcId="{3E00377B-D08B-4E42-A2F8-E902C3FC94C3}" destId="{A71D6A97-1425-4555-A2E7-27871BAF9D48}" srcOrd="0" destOrd="0" parTransId="{79955841-D268-4C23-92A0-AC9C100E014B}" sibTransId="{7F6AB5AF-678D-4EAD-92C3-EE7FE9F9A24C}"/>
    <dgm:cxn modelId="{09693156-6C4C-4214-87D0-71BD62503BC0}" srcId="{3E00377B-D08B-4E42-A2F8-E902C3FC94C3}" destId="{AF02D94F-30CE-425F-AE88-64CE3301E3B9}" srcOrd="2" destOrd="0" parTransId="{5F89377C-7397-49CD-B4C5-07151DD7718A}" sibTransId="{140E31CB-510B-436E-A4A3-AE090F09C82C}"/>
    <dgm:cxn modelId="{7BAB9885-BE42-46D4-BA23-6F73A3D6E0F0}" type="presOf" srcId="{A71D6A97-1425-4555-A2E7-27871BAF9D48}" destId="{0989CBF0-11E4-4751-80EF-60C13C9148C8}" srcOrd="0" destOrd="0" presId="urn:microsoft.com/office/officeart/2018/2/layout/IconVerticalSolidList"/>
    <dgm:cxn modelId="{B492E396-AC3A-4A32-AF2A-5FD34212AC96}" srcId="{3E00377B-D08B-4E42-A2F8-E902C3FC94C3}" destId="{7D9E8578-3B65-4184-9D26-F712FCF13EA2}" srcOrd="1" destOrd="0" parTransId="{40431ACF-E727-4703-8381-500C38A60194}" sibTransId="{3247E08A-1D98-4692-A086-1346036D5C34}"/>
    <dgm:cxn modelId="{6A698EAE-20E5-49E3-A962-7287C73231CC}" type="presOf" srcId="{7D9E8578-3B65-4184-9D26-F712FCF13EA2}" destId="{204CE3E5-C783-462F-A00B-1033AF84760D}" srcOrd="0" destOrd="0" presId="urn:microsoft.com/office/officeart/2018/2/layout/IconVerticalSolidList"/>
    <dgm:cxn modelId="{BFFC4988-7AF8-4A52-93C2-90C94BFE9AF8}" type="presParOf" srcId="{F011B561-F2F3-4810-82DF-C9606D5A0472}" destId="{A831FE39-567D-421B-9DEA-9DE7A3F0090B}" srcOrd="0" destOrd="0" presId="urn:microsoft.com/office/officeart/2018/2/layout/IconVerticalSolidList"/>
    <dgm:cxn modelId="{55E059B8-E6FD-4977-B416-616CD9FE26A6}" type="presParOf" srcId="{A831FE39-567D-421B-9DEA-9DE7A3F0090B}" destId="{64716A71-6543-48C8-A86E-31E77C838B6F}" srcOrd="0" destOrd="0" presId="urn:microsoft.com/office/officeart/2018/2/layout/IconVerticalSolidList"/>
    <dgm:cxn modelId="{47EC7367-E9D7-4044-895A-744F54CD7D88}" type="presParOf" srcId="{A831FE39-567D-421B-9DEA-9DE7A3F0090B}" destId="{7978CFDC-F23A-4E10-91DE-31E34F436EC2}" srcOrd="1" destOrd="0" presId="urn:microsoft.com/office/officeart/2018/2/layout/IconVerticalSolidList"/>
    <dgm:cxn modelId="{691DE98E-07C3-44BC-A538-B0AB9DA199CA}" type="presParOf" srcId="{A831FE39-567D-421B-9DEA-9DE7A3F0090B}" destId="{6F7DA313-5A5F-41C2-BF51-12F4CE701FBA}" srcOrd="2" destOrd="0" presId="urn:microsoft.com/office/officeart/2018/2/layout/IconVerticalSolidList"/>
    <dgm:cxn modelId="{4A53420E-A6C4-466D-83D7-EE8EC565371D}" type="presParOf" srcId="{A831FE39-567D-421B-9DEA-9DE7A3F0090B}" destId="{0989CBF0-11E4-4751-80EF-60C13C9148C8}" srcOrd="3" destOrd="0" presId="urn:microsoft.com/office/officeart/2018/2/layout/IconVerticalSolidList"/>
    <dgm:cxn modelId="{3A3A4E45-0037-44AF-B433-F576B1D3922D}" type="presParOf" srcId="{F011B561-F2F3-4810-82DF-C9606D5A0472}" destId="{EB1B0074-2452-4B54-8BA6-4BAF64B513C3}" srcOrd="1" destOrd="0" presId="urn:microsoft.com/office/officeart/2018/2/layout/IconVerticalSolidList"/>
    <dgm:cxn modelId="{C413B86D-1692-4EFF-B13F-01B0AA44789C}" type="presParOf" srcId="{F011B561-F2F3-4810-82DF-C9606D5A0472}" destId="{4621407E-AE00-46C9-BC2D-5C18B582B187}" srcOrd="2" destOrd="0" presId="urn:microsoft.com/office/officeart/2018/2/layout/IconVerticalSolidList"/>
    <dgm:cxn modelId="{F11A3154-CD19-46D6-8138-5080C025735A}" type="presParOf" srcId="{4621407E-AE00-46C9-BC2D-5C18B582B187}" destId="{F0A3B5F7-293D-472B-B878-F02D6E1CD912}" srcOrd="0" destOrd="0" presId="urn:microsoft.com/office/officeart/2018/2/layout/IconVerticalSolidList"/>
    <dgm:cxn modelId="{689491AF-6D9D-4592-B35E-6F2B776F14B9}" type="presParOf" srcId="{4621407E-AE00-46C9-BC2D-5C18B582B187}" destId="{60CE26E8-0EA5-4108-B14A-E66EA6126D19}" srcOrd="1" destOrd="0" presId="urn:microsoft.com/office/officeart/2018/2/layout/IconVerticalSolidList"/>
    <dgm:cxn modelId="{A0C2A204-BE61-4585-8E9D-AA96BC776FE4}" type="presParOf" srcId="{4621407E-AE00-46C9-BC2D-5C18B582B187}" destId="{8A228F04-E70D-4CE5-9568-D7F7F5CEDC09}" srcOrd="2" destOrd="0" presId="urn:microsoft.com/office/officeart/2018/2/layout/IconVerticalSolidList"/>
    <dgm:cxn modelId="{118CACFE-88E7-4673-AF17-AF99CF6ACAE1}" type="presParOf" srcId="{4621407E-AE00-46C9-BC2D-5C18B582B187}" destId="{204CE3E5-C783-462F-A00B-1033AF84760D}" srcOrd="3" destOrd="0" presId="urn:microsoft.com/office/officeart/2018/2/layout/IconVerticalSolidList"/>
    <dgm:cxn modelId="{8BBB9934-FB6D-43DA-B25B-FDC883A24DA3}" type="presParOf" srcId="{F011B561-F2F3-4810-82DF-C9606D5A0472}" destId="{14A97BF8-1853-403A-984A-6EFC0AFFD2EA}" srcOrd="3" destOrd="0" presId="urn:microsoft.com/office/officeart/2018/2/layout/IconVerticalSolidList"/>
    <dgm:cxn modelId="{2B81BC10-EFA8-4FFF-B6B7-516B30C33BBA}" type="presParOf" srcId="{F011B561-F2F3-4810-82DF-C9606D5A0472}" destId="{3DEF705D-351D-4C9D-B398-D50D67CD3A26}" srcOrd="4" destOrd="0" presId="urn:microsoft.com/office/officeart/2018/2/layout/IconVerticalSolidList"/>
    <dgm:cxn modelId="{579C5370-4FDE-4959-9F0E-32761D9B674F}" type="presParOf" srcId="{3DEF705D-351D-4C9D-B398-D50D67CD3A26}" destId="{2A27EDD0-A136-4EA7-9F8E-C87FCB398E49}" srcOrd="0" destOrd="0" presId="urn:microsoft.com/office/officeart/2018/2/layout/IconVerticalSolidList"/>
    <dgm:cxn modelId="{DC5F03C4-3A44-4399-ACB5-09AC7FF29DB6}" type="presParOf" srcId="{3DEF705D-351D-4C9D-B398-D50D67CD3A26}" destId="{4104B6F2-AF57-45FD-B77A-032A14F09A92}" srcOrd="1" destOrd="0" presId="urn:microsoft.com/office/officeart/2018/2/layout/IconVerticalSolidList"/>
    <dgm:cxn modelId="{FEBCD9F9-7001-4E23-B526-D7992510EA5D}" type="presParOf" srcId="{3DEF705D-351D-4C9D-B398-D50D67CD3A26}" destId="{A5FD140D-410B-4E55-B2EE-063CC1E8DE7A}" srcOrd="2" destOrd="0" presId="urn:microsoft.com/office/officeart/2018/2/layout/IconVerticalSolidList"/>
    <dgm:cxn modelId="{38B2AC9C-A97E-4597-B218-91561780BA6C}" type="presParOf" srcId="{3DEF705D-351D-4C9D-B398-D50D67CD3A26}" destId="{861B4DCD-A506-49F1-8FF2-04AF9A9417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D30BCB3-BFD6-40DC-840F-07163CE0DE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E787D0-1D0C-4840-9763-71E75481D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Minimal interface installation</a:t>
          </a:r>
          <a:endParaRPr lang="en-US"/>
        </a:p>
      </dgm:t>
    </dgm:pt>
    <dgm:pt modelId="{734FAC90-26C6-4B85-A43C-866A36CE18F9}" type="parTrans" cxnId="{0EA7D666-04AD-43E7-B1D1-679120E50FF1}">
      <dgm:prSet/>
      <dgm:spPr/>
      <dgm:t>
        <a:bodyPr/>
        <a:lstStyle/>
        <a:p>
          <a:endParaRPr lang="en-US"/>
        </a:p>
      </dgm:t>
    </dgm:pt>
    <dgm:pt modelId="{261929BB-B9CD-40C7-A2CA-7D63A386A4FD}" type="sibTrans" cxnId="{0EA7D666-04AD-43E7-B1D1-679120E50FF1}">
      <dgm:prSet/>
      <dgm:spPr/>
      <dgm:t>
        <a:bodyPr/>
        <a:lstStyle/>
        <a:p>
          <a:endParaRPr lang="en-US"/>
        </a:p>
      </dgm:t>
    </dgm:pt>
    <dgm:pt modelId="{5FB85527-8815-4BE2-A163-BADAADFACF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No graphical desktop</a:t>
          </a:r>
          <a:endParaRPr lang="en-US"/>
        </a:p>
      </dgm:t>
    </dgm:pt>
    <dgm:pt modelId="{D2DBF6B5-92D6-4A41-A83C-B75A12D8C9E2}" type="parTrans" cxnId="{548E8134-A918-4819-91B6-EDFEF1FE3BE9}">
      <dgm:prSet/>
      <dgm:spPr/>
      <dgm:t>
        <a:bodyPr/>
        <a:lstStyle/>
        <a:p>
          <a:endParaRPr lang="en-US"/>
        </a:p>
      </dgm:t>
    </dgm:pt>
    <dgm:pt modelId="{CCB6605A-7215-477F-A02F-3B607E7AA423}" type="sibTrans" cxnId="{548E8134-A918-4819-91B6-EDFEF1FE3BE9}">
      <dgm:prSet/>
      <dgm:spPr/>
      <dgm:t>
        <a:bodyPr/>
        <a:lstStyle/>
        <a:p>
          <a:endParaRPr lang="en-US"/>
        </a:p>
      </dgm:t>
    </dgm:pt>
    <dgm:pt modelId="{F3A8FBF5-3146-4EAF-A319-66178C5CCC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Lower resource usage</a:t>
          </a:r>
          <a:endParaRPr lang="en-US"/>
        </a:p>
      </dgm:t>
    </dgm:pt>
    <dgm:pt modelId="{A73689C4-836B-41AA-9591-78760EFBC582}" type="parTrans" cxnId="{D2DAAB75-C57C-4124-AF57-532424B5014B}">
      <dgm:prSet/>
      <dgm:spPr/>
      <dgm:t>
        <a:bodyPr/>
        <a:lstStyle/>
        <a:p>
          <a:endParaRPr lang="en-US"/>
        </a:p>
      </dgm:t>
    </dgm:pt>
    <dgm:pt modelId="{C98EF115-DC11-4DE6-82A2-16B0D1D894C3}" type="sibTrans" cxnId="{D2DAAB75-C57C-4124-AF57-532424B5014B}">
      <dgm:prSet/>
      <dgm:spPr/>
      <dgm:t>
        <a:bodyPr/>
        <a:lstStyle/>
        <a:p>
          <a:endParaRPr lang="en-US"/>
        </a:p>
      </dgm:t>
    </dgm:pt>
    <dgm:pt modelId="{6A5BB7F6-68D3-434E-A328-68FFB358C3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Higher security</a:t>
          </a:r>
          <a:endParaRPr lang="en-US"/>
        </a:p>
      </dgm:t>
    </dgm:pt>
    <dgm:pt modelId="{0BC5A8B5-3DFB-447E-9A59-424B58EBBCF1}" type="parTrans" cxnId="{5DD73E66-02E2-4A60-B668-663798B0FFD6}">
      <dgm:prSet/>
      <dgm:spPr/>
      <dgm:t>
        <a:bodyPr/>
        <a:lstStyle/>
        <a:p>
          <a:endParaRPr lang="en-US"/>
        </a:p>
      </dgm:t>
    </dgm:pt>
    <dgm:pt modelId="{32FC789C-BE78-45DA-AB24-43E3D46AF0FE}" type="sibTrans" cxnId="{5DD73E66-02E2-4A60-B668-663798B0FFD6}">
      <dgm:prSet/>
      <dgm:spPr/>
      <dgm:t>
        <a:bodyPr/>
        <a:lstStyle/>
        <a:p>
          <a:endParaRPr lang="en-US"/>
        </a:p>
      </dgm:t>
    </dgm:pt>
    <dgm:pt modelId="{15F8C8FD-81ED-45B2-B7AB-954C4A7BA34D}" type="pres">
      <dgm:prSet presAssocID="{DD30BCB3-BFD6-40DC-840F-07163CE0DEF4}" presName="root" presStyleCnt="0">
        <dgm:presLayoutVars>
          <dgm:dir/>
          <dgm:resizeHandles val="exact"/>
        </dgm:presLayoutVars>
      </dgm:prSet>
      <dgm:spPr/>
    </dgm:pt>
    <dgm:pt modelId="{5A4AAC42-1CF2-409A-92BA-F6F778D3A9DB}" type="pres">
      <dgm:prSet presAssocID="{78E787D0-1D0C-4840-9763-71E75481DF93}" presName="compNode" presStyleCnt="0"/>
      <dgm:spPr/>
    </dgm:pt>
    <dgm:pt modelId="{4787430E-B929-47E3-95D8-FF7EA5979942}" type="pres">
      <dgm:prSet presAssocID="{78E787D0-1D0C-4840-9763-71E75481DF93}" presName="bgRect" presStyleLbl="bgShp" presStyleIdx="0" presStyleCnt="4"/>
      <dgm:spPr/>
    </dgm:pt>
    <dgm:pt modelId="{4E1FFB70-FFD0-4F09-99EC-822519452702}" type="pres">
      <dgm:prSet presAssocID="{78E787D0-1D0C-4840-9763-71E75481DF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4666FDA-67B5-4816-8B87-DA5936BEBB1E}" type="pres">
      <dgm:prSet presAssocID="{78E787D0-1D0C-4840-9763-71E75481DF93}" presName="spaceRect" presStyleCnt="0"/>
      <dgm:spPr/>
    </dgm:pt>
    <dgm:pt modelId="{621DB5E5-E7B9-4C1C-B4DF-AC42C887B331}" type="pres">
      <dgm:prSet presAssocID="{78E787D0-1D0C-4840-9763-71E75481DF93}" presName="parTx" presStyleLbl="revTx" presStyleIdx="0" presStyleCnt="4">
        <dgm:presLayoutVars>
          <dgm:chMax val="0"/>
          <dgm:chPref val="0"/>
        </dgm:presLayoutVars>
      </dgm:prSet>
      <dgm:spPr/>
    </dgm:pt>
    <dgm:pt modelId="{0E247DFE-03E8-4C09-B92D-738C53ED4350}" type="pres">
      <dgm:prSet presAssocID="{261929BB-B9CD-40C7-A2CA-7D63A386A4FD}" presName="sibTrans" presStyleCnt="0"/>
      <dgm:spPr/>
    </dgm:pt>
    <dgm:pt modelId="{58999972-5EC1-4B19-A6B7-3094AF9DC8A2}" type="pres">
      <dgm:prSet presAssocID="{5FB85527-8815-4BE2-A163-BADAADFACF07}" presName="compNode" presStyleCnt="0"/>
      <dgm:spPr/>
    </dgm:pt>
    <dgm:pt modelId="{BE33F635-3B94-4BD5-B2D6-3BB1B06828D1}" type="pres">
      <dgm:prSet presAssocID="{5FB85527-8815-4BE2-A163-BADAADFACF07}" presName="bgRect" presStyleLbl="bgShp" presStyleIdx="1" presStyleCnt="4"/>
      <dgm:spPr/>
    </dgm:pt>
    <dgm:pt modelId="{B72BBF1E-27AA-4BE5-BAA5-4E8DF935774A}" type="pres">
      <dgm:prSet presAssocID="{5FB85527-8815-4BE2-A163-BADAADFACF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6517313-9EB4-44A9-A84D-8711A2291C83}" type="pres">
      <dgm:prSet presAssocID="{5FB85527-8815-4BE2-A163-BADAADFACF07}" presName="spaceRect" presStyleCnt="0"/>
      <dgm:spPr/>
    </dgm:pt>
    <dgm:pt modelId="{D6D90C1A-2E26-49C8-B721-699197621EFC}" type="pres">
      <dgm:prSet presAssocID="{5FB85527-8815-4BE2-A163-BADAADFACF07}" presName="parTx" presStyleLbl="revTx" presStyleIdx="1" presStyleCnt="4">
        <dgm:presLayoutVars>
          <dgm:chMax val="0"/>
          <dgm:chPref val="0"/>
        </dgm:presLayoutVars>
      </dgm:prSet>
      <dgm:spPr/>
    </dgm:pt>
    <dgm:pt modelId="{5397695E-4C3C-4EB7-8CE2-9B2AAFEE32CE}" type="pres">
      <dgm:prSet presAssocID="{CCB6605A-7215-477F-A02F-3B607E7AA423}" presName="sibTrans" presStyleCnt="0"/>
      <dgm:spPr/>
    </dgm:pt>
    <dgm:pt modelId="{E39251C2-8873-4446-806E-B7976D7AF075}" type="pres">
      <dgm:prSet presAssocID="{F3A8FBF5-3146-4EAF-A319-66178C5CCCB5}" presName="compNode" presStyleCnt="0"/>
      <dgm:spPr/>
    </dgm:pt>
    <dgm:pt modelId="{D376A942-B934-4C13-812F-91352194B1BA}" type="pres">
      <dgm:prSet presAssocID="{F3A8FBF5-3146-4EAF-A319-66178C5CCCB5}" presName="bgRect" presStyleLbl="bgShp" presStyleIdx="2" presStyleCnt="4"/>
      <dgm:spPr/>
    </dgm:pt>
    <dgm:pt modelId="{9C0FE155-57FC-4C1A-B847-D31C428BDA14}" type="pres">
      <dgm:prSet presAssocID="{F3A8FBF5-3146-4EAF-A319-66178C5CCC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D89CD44-DB36-4E62-B536-44F30F32BD11}" type="pres">
      <dgm:prSet presAssocID="{F3A8FBF5-3146-4EAF-A319-66178C5CCCB5}" presName="spaceRect" presStyleCnt="0"/>
      <dgm:spPr/>
    </dgm:pt>
    <dgm:pt modelId="{5DD88072-D031-4FE7-8990-2943136F0930}" type="pres">
      <dgm:prSet presAssocID="{F3A8FBF5-3146-4EAF-A319-66178C5CCCB5}" presName="parTx" presStyleLbl="revTx" presStyleIdx="2" presStyleCnt="4">
        <dgm:presLayoutVars>
          <dgm:chMax val="0"/>
          <dgm:chPref val="0"/>
        </dgm:presLayoutVars>
      </dgm:prSet>
      <dgm:spPr/>
    </dgm:pt>
    <dgm:pt modelId="{EF21F7DB-A511-464D-AAF1-D7025801FC50}" type="pres">
      <dgm:prSet presAssocID="{C98EF115-DC11-4DE6-82A2-16B0D1D894C3}" presName="sibTrans" presStyleCnt="0"/>
      <dgm:spPr/>
    </dgm:pt>
    <dgm:pt modelId="{095D57E7-A7B8-4AF0-B327-3BA203CEB701}" type="pres">
      <dgm:prSet presAssocID="{6A5BB7F6-68D3-434E-A328-68FFB358C39A}" presName="compNode" presStyleCnt="0"/>
      <dgm:spPr/>
    </dgm:pt>
    <dgm:pt modelId="{F733CA56-043B-4845-BAB6-FD7CA914748E}" type="pres">
      <dgm:prSet presAssocID="{6A5BB7F6-68D3-434E-A328-68FFB358C39A}" presName="bgRect" presStyleLbl="bgShp" presStyleIdx="3" presStyleCnt="4"/>
      <dgm:spPr/>
    </dgm:pt>
    <dgm:pt modelId="{E330DDAB-7EB2-4AB1-95DD-3C4B12EB6EC6}" type="pres">
      <dgm:prSet presAssocID="{6A5BB7F6-68D3-434E-A328-68FFB358C39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BF6DE4D-6EDD-4931-A779-5AEC02CF3F0E}" type="pres">
      <dgm:prSet presAssocID="{6A5BB7F6-68D3-434E-A328-68FFB358C39A}" presName="spaceRect" presStyleCnt="0"/>
      <dgm:spPr/>
    </dgm:pt>
    <dgm:pt modelId="{3E5794CA-A148-490C-8686-3798B5867B3A}" type="pres">
      <dgm:prSet presAssocID="{6A5BB7F6-68D3-434E-A328-68FFB358C39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AC5660D-3C6C-47B4-8006-CCC6912B0070}" type="presOf" srcId="{78E787D0-1D0C-4840-9763-71E75481DF93}" destId="{621DB5E5-E7B9-4C1C-B4DF-AC42C887B331}" srcOrd="0" destOrd="0" presId="urn:microsoft.com/office/officeart/2018/2/layout/IconVerticalSolidList"/>
    <dgm:cxn modelId="{548E8134-A918-4819-91B6-EDFEF1FE3BE9}" srcId="{DD30BCB3-BFD6-40DC-840F-07163CE0DEF4}" destId="{5FB85527-8815-4BE2-A163-BADAADFACF07}" srcOrd="1" destOrd="0" parTransId="{D2DBF6B5-92D6-4A41-A83C-B75A12D8C9E2}" sibTransId="{CCB6605A-7215-477F-A02F-3B607E7AA423}"/>
    <dgm:cxn modelId="{5DD73E66-02E2-4A60-B668-663798B0FFD6}" srcId="{DD30BCB3-BFD6-40DC-840F-07163CE0DEF4}" destId="{6A5BB7F6-68D3-434E-A328-68FFB358C39A}" srcOrd="3" destOrd="0" parTransId="{0BC5A8B5-3DFB-447E-9A59-424B58EBBCF1}" sibTransId="{32FC789C-BE78-45DA-AB24-43E3D46AF0FE}"/>
    <dgm:cxn modelId="{0EA7D666-04AD-43E7-B1D1-679120E50FF1}" srcId="{DD30BCB3-BFD6-40DC-840F-07163CE0DEF4}" destId="{78E787D0-1D0C-4840-9763-71E75481DF93}" srcOrd="0" destOrd="0" parTransId="{734FAC90-26C6-4B85-A43C-866A36CE18F9}" sibTransId="{261929BB-B9CD-40C7-A2CA-7D63A386A4FD}"/>
    <dgm:cxn modelId="{D2DAAB75-C57C-4124-AF57-532424B5014B}" srcId="{DD30BCB3-BFD6-40DC-840F-07163CE0DEF4}" destId="{F3A8FBF5-3146-4EAF-A319-66178C5CCCB5}" srcOrd="2" destOrd="0" parTransId="{A73689C4-836B-41AA-9591-78760EFBC582}" sibTransId="{C98EF115-DC11-4DE6-82A2-16B0D1D894C3}"/>
    <dgm:cxn modelId="{19AC827C-9E0B-4CE7-ADFC-CB46A674D35A}" type="presOf" srcId="{6A5BB7F6-68D3-434E-A328-68FFB358C39A}" destId="{3E5794CA-A148-490C-8686-3798B5867B3A}" srcOrd="0" destOrd="0" presId="urn:microsoft.com/office/officeart/2018/2/layout/IconVerticalSolidList"/>
    <dgm:cxn modelId="{41594A85-6F71-436C-A897-490D09C803FB}" type="presOf" srcId="{5FB85527-8815-4BE2-A163-BADAADFACF07}" destId="{D6D90C1A-2E26-49C8-B721-699197621EFC}" srcOrd="0" destOrd="0" presId="urn:microsoft.com/office/officeart/2018/2/layout/IconVerticalSolidList"/>
    <dgm:cxn modelId="{3FC6DEA4-C959-42DC-A889-26221050834F}" type="presOf" srcId="{DD30BCB3-BFD6-40DC-840F-07163CE0DEF4}" destId="{15F8C8FD-81ED-45B2-B7AB-954C4A7BA34D}" srcOrd="0" destOrd="0" presId="urn:microsoft.com/office/officeart/2018/2/layout/IconVerticalSolidList"/>
    <dgm:cxn modelId="{25DA40E7-823A-47D3-A8BB-1595C439C290}" type="presOf" srcId="{F3A8FBF5-3146-4EAF-A319-66178C5CCCB5}" destId="{5DD88072-D031-4FE7-8990-2943136F0930}" srcOrd="0" destOrd="0" presId="urn:microsoft.com/office/officeart/2018/2/layout/IconVerticalSolidList"/>
    <dgm:cxn modelId="{AA2B83DA-B36D-4C3F-B80C-CEC9A017E606}" type="presParOf" srcId="{15F8C8FD-81ED-45B2-B7AB-954C4A7BA34D}" destId="{5A4AAC42-1CF2-409A-92BA-F6F778D3A9DB}" srcOrd="0" destOrd="0" presId="urn:microsoft.com/office/officeart/2018/2/layout/IconVerticalSolidList"/>
    <dgm:cxn modelId="{858BDBAA-31A1-40B4-9B17-9D873A1A9A48}" type="presParOf" srcId="{5A4AAC42-1CF2-409A-92BA-F6F778D3A9DB}" destId="{4787430E-B929-47E3-95D8-FF7EA5979942}" srcOrd="0" destOrd="0" presId="urn:microsoft.com/office/officeart/2018/2/layout/IconVerticalSolidList"/>
    <dgm:cxn modelId="{196DC2D9-EC02-4458-905B-FC4892CD2586}" type="presParOf" srcId="{5A4AAC42-1CF2-409A-92BA-F6F778D3A9DB}" destId="{4E1FFB70-FFD0-4F09-99EC-822519452702}" srcOrd="1" destOrd="0" presId="urn:microsoft.com/office/officeart/2018/2/layout/IconVerticalSolidList"/>
    <dgm:cxn modelId="{2DDCF128-3455-4E79-8F23-3F264AC83BA7}" type="presParOf" srcId="{5A4AAC42-1CF2-409A-92BA-F6F778D3A9DB}" destId="{64666FDA-67B5-4816-8B87-DA5936BEBB1E}" srcOrd="2" destOrd="0" presId="urn:microsoft.com/office/officeart/2018/2/layout/IconVerticalSolidList"/>
    <dgm:cxn modelId="{63053C81-4D83-4D41-9948-8692E676CC36}" type="presParOf" srcId="{5A4AAC42-1CF2-409A-92BA-F6F778D3A9DB}" destId="{621DB5E5-E7B9-4C1C-B4DF-AC42C887B331}" srcOrd="3" destOrd="0" presId="urn:microsoft.com/office/officeart/2018/2/layout/IconVerticalSolidList"/>
    <dgm:cxn modelId="{AA0460D0-FBB0-48E5-9D2E-A1EA7AC26A68}" type="presParOf" srcId="{15F8C8FD-81ED-45B2-B7AB-954C4A7BA34D}" destId="{0E247DFE-03E8-4C09-B92D-738C53ED4350}" srcOrd="1" destOrd="0" presId="urn:microsoft.com/office/officeart/2018/2/layout/IconVerticalSolidList"/>
    <dgm:cxn modelId="{EAA1EC40-792A-406C-97DE-FE9572408605}" type="presParOf" srcId="{15F8C8FD-81ED-45B2-B7AB-954C4A7BA34D}" destId="{58999972-5EC1-4B19-A6B7-3094AF9DC8A2}" srcOrd="2" destOrd="0" presId="urn:microsoft.com/office/officeart/2018/2/layout/IconVerticalSolidList"/>
    <dgm:cxn modelId="{1CA36009-EB82-4EB2-A705-B516D003A9CC}" type="presParOf" srcId="{58999972-5EC1-4B19-A6B7-3094AF9DC8A2}" destId="{BE33F635-3B94-4BD5-B2D6-3BB1B06828D1}" srcOrd="0" destOrd="0" presId="urn:microsoft.com/office/officeart/2018/2/layout/IconVerticalSolidList"/>
    <dgm:cxn modelId="{739BB63D-0159-4566-8446-D8D0336B0C05}" type="presParOf" srcId="{58999972-5EC1-4B19-A6B7-3094AF9DC8A2}" destId="{B72BBF1E-27AA-4BE5-BAA5-4E8DF935774A}" srcOrd="1" destOrd="0" presId="urn:microsoft.com/office/officeart/2018/2/layout/IconVerticalSolidList"/>
    <dgm:cxn modelId="{23718179-9C71-4790-808D-280E9EBD05C7}" type="presParOf" srcId="{58999972-5EC1-4B19-A6B7-3094AF9DC8A2}" destId="{16517313-9EB4-44A9-A84D-8711A2291C83}" srcOrd="2" destOrd="0" presId="urn:microsoft.com/office/officeart/2018/2/layout/IconVerticalSolidList"/>
    <dgm:cxn modelId="{C31D34D2-F1F1-4264-A472-31AD6799FB62}" type="presParOf" srcId="{58999972-5EC1-4B19-A6B7-3094AF9DC8A2}" destId="{D6D90C1A-2E26-49C8-B721-699197621EFC}" srcOrd="3" destOrd="0" presId="urn:microsoft.com/office/officeart/2018/2/layout/IconVerticalSolidList"/>
    <dgm:cxn modelId="{658635E6-809E-4DD8-8BAA-5244C75EE6AE}" type="presParOf" srcId="{15F8C8FD-81ED-45B2-B7AB-954C4A7BA34D}" destId="{5397695E-4C3C-4EB7-8CE2-9B2AAFEE32CE}" srcOrd="3" destOrd="0" presId="urn:microsoft.com/office/officeart/2018/2/layout/IconVerticalSolidList"/>
    <dgm:cxn modelId="{7964D5FE-9B84-4B67-AA18-BE994A37C4BA}" type="presParOf" srcId="{15F8C8FD-81ED-45B2-B7AB-954C4A7BA34D}" destId="{E39251C2-8873-4446-806E-B7976D7AF075}" srcOrd="4" destOrd="0" presId="urn:microsoft.com/office/officeart/2018/2/layout/IconVerticalSolidList"/>
    <dgm:cxn modelId="{8673316E-291E-48A4-8AAE-9F74B4139062}" type="presParOf" srcId="{E39251C2-8873-4446-806E-B7976D7AF075}" destId="{D376A942-B934-4C13-812F-91352194B1BA}" srcOrd="0" destOrd="0" presId="urn:microsoft.com/office/officeart/2018/2/layout/IconVerticalSolidList"/>
    <dgm:cxn modelId="{6C86294A-B4ED-4082-A401-D931F1730F8B}" type="presParOf" srcId="{E39251C2-8873-4446-806E-B7976D7AF075}" destId="{9C0FE155-57FC-4C1A-B847-D31C428BDA14}" srcOrd="1" destOrd="0" presId="urn:microsoft.com/office/officeart/2018/2/layout/IconVerticalSolidList"/>
    <dgm:cxn modelId="{9E993D7A-D877-4807-B28C-4F94C8513B02}" type="presParOf" srcId="{E39251C2-8873-4446-806E-B7976D7AF075}" destId="{9D89CD44-DB36-4E62-B536-44F30F32BD11}" srcOrd="2" destOrd="0" presId="urn:microsoft.com/office/officeart/2018/2/layout/IconVerticalSolidList"/>
    <dgm:cxn modelId="{2F20ADAC-4EC5-459C-A693-73542E7BC4BC}" type="presParOf" srcId="{E39251C2-8873-4446-806E-B7976D7AF075}" destId="{5DD88072-D031-4FE7-8990-2943136F0930}" srcOrd="3" destOrd="0" presId="urn:microsoft.com/office/officeart/2018/2/layout/IconVerticalSolidList"/>
    <dgm:cxn modelId="{6FBEE40A-EE4D-402D-A2D0-EF57B52B00CA}" type="presParOf" srcId="{15F8C8FD-81ED-45B2-B7AB-954C4A7BA34D}" destId="{EF21F7DB-A511-464D-AAF1-D7025801FC50}" srcOrd="5" destOrd="0" presId="urn:microsoft.com/office/officeart/2018/2/layout/IconVerticalSolidList"/>
    <dgm:cxn modelId="{E6C841EC-CD20-4A47-97B8-C8A4D2CED6C2}" type="presParOf" srcId="{15F8C8FD-81ED-45B2-B7AB-954C4A7BA34D}" destId="{095D57E7-A7B8-4AF0-B327-3BA203CEB701}" srcOrd="6" destOrd="0" presId="urn:microsoft.com/office/officeart/2018/2/layout/IconVerticalSolidList"/>
    <dgm:cxn modelId="{AE4DABEB-E4F2-4C94-92E1-44F513FBF8CC}" type="presParOf" srcId="{095D57E7-A7B8-4AF0-B327-3BA203CEB701}" destId="{F733CA56-043B-4845-BAB6-FD7CA914748E}" srcOrd="0" destOrd="0" presId="urn:microsoft.com/office/officeart/2018/2/layout/IconVerticalSolidList"/>
    <dgm:cxn modelId="{9166DDB5-237B-4929-B114-D2EF158E12D5}" type="presParOf" srcId="{095D57E7-A7B8-4AF0-B327-3BA203CEB701}" destId="{E330DDAB-7EB2-4AB1-95DD-3C4B12EB6EC6}" srcOrd="1" destOrd="0" presId="urn:microsoft.com/office/officeart/2018/2/layout/IconVerticalSolidList"/>
    <dgm:cxn modelId="{9E0E6724-A897-4146-A017-31BF8FECABF2}" type="presParOf" srcId="{095D57E7-A7B8-4AF0-B327-3BA203CEB701}" destId="{7BF6DE4D-6EDD-4931-A779-5AEC02CF3F0E}" srcOrd="2" destOrd="0" presId="urn:microsoft.com/office/officeart/2018/2/layout/IconVerticalSolidList"/>
    <dgm:cxn modelId="{DDF5EA5B-1289-4459-9B53-A459BB16FD70}" type="presParOf" srcId="{095D57E7-A7B8-4AF0-B327-3BA203CEB701}" destId="{3E5794CA-A148-490C-8686-3798B5867B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F8EA5A0-F9DA-4705-80AF-3944C881843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129D03-F00F-441A-AD0C-0FFC8D462EB2}">
      <dgm:prSet/>
      <dgm:spPr/>
      <dgm:t>
        <a:bodyPr/>
        <a:lstStyle/>
        <a:p>
          <a:r>
            <a:rPr lang="en-US" b="0" i="0"/>
            <a:t>Reduced attack surface</a:t>
          </a:r>
          <a:endParaRPr lang="en-US"/>
        </a:p>
      </dgm:t>
    </dgm:pt>
    <dgm:pt modelId="{E19259E8-7DDB-4C76-AFD1-C8D19AFE3FD8}" type="parTrans" cxnId="{95DE3205-C6A5-40A0-AED6-D88905623D5B}">
      <dgm:prSet/>
      <dgm:spPr/>
      <dgm:t>
        <a:bodyPr/>
        <a:lstStyle/>
        <a:p>
          <a:endParaRPr lang="en-US"/>
        </a:p>
      </dgm:t>
    </dgm:pt>
    <dgm:pt modelId="{A0509CBF-C58E-4666-BB80-6633EF09AC95}" type="sibTrans" cxnId="{95DE3205-C6A5-40A0-AED6-D88905623D5B}">
      <dgm:prSet/>
      <dgm:spPr/>
      <dgm:t>
        <a:bodyPr/>
        <a:lstStyle/>
        <a:p>
          <a:endParaRPr lang="en-US"/>
        </a:p>
      </dgm:t>
    </dgm:pt>
    <dgm:pt modelId="{D69A3EEE-CB6B-49DF-93D4-6F06134287F2}">
      <dgm:prSet/>
      <dgm:spPr/>
      <dgm:t>
        <a:bodyPr/>
        <a:lstStyle/>
        <a:p>
          <a:r>
            <a:rPr lang="en-US" b="0" i="0"/>
            <a:t>Faster performance</a:t>
          </a:r>
          <a:endParaRPr lang="en-US"/>
        </a:p>
      </dgm:t>
    </dgm:pt>
    <dgm:pt modelId="{ED2DB8AC-CE1A-4845-928F-03348C468EFF}" type="parTrans" cxnId="{76C9E5CE-7E8B-49B7-A99C-10A2C8F93FD8}">
      <dgm:prSet/>
      <dgm:spPr/>
      <dgm:t>
        <a:bodyPr/>
        <a:lstStyle/>
        <a:p>
          <a:endParaRPr lang="en-US"/>
        </a:p>
      </dgm:t>
    </dgm:pt>
    <dgm:pt modelId="{6A57B0E0-995F-4A30-8515-FDFBEE61BF9A}" type="sibTrans" cxnId="{76C9E5CE-7E8B-49B7-A99C-10A2C8F93FD8}">
      <dgm:prSet/>
      <dgm:spPr/>
      <dgm:t>
        <a:bodyPr/>
        <a:lstStyle/>
        <a:p>
          <a:endParaRPr lang="en-US"/>
        </a:p>
      </dgm:t>
    </dgm:pt>
    <dgm:pt modelId="{A65D61A5-B0CD-4532-B3E2-1A1D8ECDFEE3}">
      <dgm:prSet/>
      <dgm:spPr/>
      <dgm:t>
        <a:bodyPr/>
        <a:lstStyle/>
        <a:p>
          <a:r>
            <a:rPr lang="en-US" b="0" i="0"/>
            <a:t>Less maintenance</a:t>
          </a:r>
          <a:endParaRPr lang="en-US"/>
        </a:p>
      </dgm:t>
    </dgm:pt>
    <dgm:pt modelId="{C3F5516F-5871-4B3C-A95D-3BAD5F1F3DDE}" type="parTrans" cxnId="{2CAE24D6-7995-4E82-9957-9612D6227059}">
      <dgm:prSet/>
      <dgm:spPr/>
      <dgm:t>
        <a:bodyPr/>
        <a:lstStyle/>
        <a:p>
          <a:endParaRPr lang="en-US"/>
        </a:p>
      </dgm:t>
    </dgm:pt>
    <dgm:pt modelId="{06FA57D1-CD6A-4A39-B2C6-C4E10C54E0AD}" type="sibTrans" cxnId="{2CAE24D6-7995-4E82-9957-9612D6227059}">
      <dgm:prSet/>
      <dgm:spPr/>
      <dgm:t>
        <a:bodyPr/>
        <a:lstStyle/>
        <a:p>
          <a:endParaRPr lang="en-US"/>
        </a:p>
      </dgm:t>
    </dgm:pt>
    <dgm:pt modelId="{BEA27476-CFB6-498D-B3B9-38A6D64FDC29}">
      <dgm:prSet/>
      <dgm:spPr/>
      <dgm:t>
        <a:bodyPr/>
        <a:lstStyle/>
        <a:p>
          <a:r>
            <a:rPr lang="en-US" b="0" i="0"/>
            <a:t>Ideal for secure environments</a:t>
          </a:r>
          <a:endParaRPr lang="en-US"/>
        </a:p>
      </dgm:t>
    </dgm:pt>
    <dgm:pt modelId="{59701CC5-1455-49EE-89C2-02A5D57AAF35}" type="parTrans" cxnId="{85329D89-51C7-42DC-B342-D43B196B0492}">
      <dgm:prSet/>
      <dgm:spPr/>
      <dgm:t>
        <a:bodyPr/>
        <a:lstStyle/>
        <a:p>
          <a:endParaRPr lang="en-US"/>
        </a:p>
      </dgm:t>
    </dgm:pt>
    <dgm:pt modelId="{64E5312E-91DC-4374-ADB9-672A117D28B5}" type="sibTrans" cxnId="{85329D89-51C7-42DC-B342-D43B196B0492}">
      <dgm:prSet/>
      <dgm:spPr/>
      <dgm:t>
        <a:bodyPr/>
        <a:lstStyle/>
        <a:p>
          <a:endParaRPr lang="en-US"/>
        </a:p>
      </dgm:t>
    </dgm:pt>
    <dgm:pt modelId="{A0A08221-3E15-4278-9E6F-9C184C544682}" type="pres">
      <dgm:prSet presAssocID="{9F8EA5A0-F9DA-4705-80AF-3944C8818433}" presName="linear" presStyleCnt="0">
        <dgm:presLayoutVars>
          <dgm:dir/>
          <dgm:animLvl val="lvl"/>
          <dgm:resizeHandles val="exact"/>
        </dgm:presLayoutVars>
      </dgm:prSet>
      <dgm:spPr/>
    </dgm:pt>
    <dgm:pt modelId="{89659A3A-D964-4A1F-9DEE-CDCC8D19819F}" type="pres">
      <dgm:prSet presAssocID="{91129D03-F00F-441A-AD0C-0FFC8D462EB2}" presName="parentLin" presStyleCnt="0"/>
      <dgm:spPr/>
    </dgm:pt>
    <dgm:pt modelId="{A7A5B0FD-2484-40DC-83FD-61FAB3F3C04F}" type="pres">
      <dgm:prSet presAssocID="{91129D03-F00F-441A-AD0C-0FFC8D462EB2}" presName="parentLeftMargin" presStyleLbl="node1" presStyleIdx="0" presStyleCnt="4"/>
      <dgm:spPr/>
    </dgm:pt>
    <dgm:pt modelId="{E8A5C233-F715-457B-8132-95FAF3EDC2F3}" type="pres">
      <dgm:prSet presAssocID="{91129D03-F00F-441A-AD0C-0FFC8D462E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85B3448-70E5-4A66-B577-00415601DCEA}" type="pres">
      <dgm:prSet presAssocID="{91129D03-F00F-441A-AD0C-0FFC8D462EB2}" presName="negativeSpace" presStyleCnt="0"/>
      <dgm:spPr/>
    </dgm:pt>
    <dgm:pt modelId="{A6C2818C-8C61-4CA6-A8EE-D489A3CCBBF5}" type="pres">
      <dgm:prSet presAssocID="{91129D03-F00F-441A-AD0C-0FFC8D462EB2}" presName="childText" presStyleLbl="conFgAcc1" presStyleIdx="0" presStyleCnt="4">
        <dgm:presLayoutVars>
          <dgm:bulletEnabled val="1"/>
        </dgm:presLayoutVars>
      </dgm:prSet>
      <dgm:spPr/>
    </dgm:pt>
    <dgm:pt modelId="{45D13E0E-2F77-457A-AD4D-633F40EE0AE4}" type="pres">
      <dgm:prSet presAssocID="{A0509CBF-C58E-4666-BB80-6633EF09AC95}" presName="spaceBetweenRectangles" presStyleCnt="0"/>
      <dgm:spPr/>
    </dgm:pt>
    <dgm:pt modelId="{77ADA53F-D536-45F4-B9B9-DB2B727EFBD3}" type="pres">
      <dgm:prSet presAssocID="{D69A3EEE-CB6B-49DF-93D4-6F06134287F2}" presName="parentLin" presStyleCnt="0"/>
      <dgm:spPr/>
    </dgm:pt>
    <dgm:pt modelId="{8D319484-5E27-4DBD-802D-0866FAAA2591}" type="pres">
      <dgm:prSet presAssocID="{D69A3EEE-CB6B-49DF-93D4-6F06134287F2}" presName="parentLeftMargin" presStyleLbl="node1" presStyleIdx="0" presStyleCnt="4"/>
      <dgm:spPr/>
    </dgm:pt>
    <dgm:pt modelId="{3F2A911B-9B7A-4188-82CF-0653EB3F385A}" type="pres">
      <dgm:prSet presAssocID="{D69A3EEE-CB6B-49DF-93D4-6F06134287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3CD245-B2AA-4B61-BD37-B724EBBFF4F7}" type="pres">
      <dgm:prSet presAssocID="{D69A3EEE-CB6B-49DF-93D4-6F06134287F2}" presName="negativeSpace" presStyleCnt="0"/>
      <dgm:spPr/>
    </dgm:pt>
    <dgm:pt modelId="{B3014DE5-4DF4-4E84-92E4-9D879F23018E}" type="pres">
      <dgm:prSet presAssocID="{D69A3EEE-CB6B-49DF-93D4-6F06134287F2}" presName="childText" presStyleLbl="conFgAcc1" presStyleIdx="1" presStyleCnt="4">
        <dgm:presLayoutVars>
          <dgm:bulletEnabled val="1"/>
        </dgm:presLayoutVars>
      </dgm:prSet>
      <dgm:spPr/>
    </dgm:pt>
    <dgm:pt modelId="{3877CF6D-C539-4EF6-87A0-A3DB0AF42920}" type="pres">
      <dgm:prSet presAssocID="{6A57B0E0-995F-4A30-8515-FDFBEE61BF9A}" presName="spaceBetweenRectangles" presStyleCnt="0"/>
      <dgm:spPr/>
    </dgm:pt>
    <dgm:pt modelId="{0353ED72-E0DB-4863-9DC2-AF84EB30681E}" type="pres">
      <dgm:prSet presAssocID="{A65D61A5-B0CD-4532-B3E2-1A1D8ECDFEE3}" presName="parentLin" presStyleCnt="0"/>
      <dgm:spPr/>
    </dgm:pt>
    <dgm:pt modelId="{DC035449-9F08-49C7-9BFE-13BDA5D2E979}" type="pres">
      <dgm:prSet presAssocID="{A65D61A5-B0CD-4532-B3E2-1A1D8ECDFEE3}" presName="parentLeftMargin" presStyleLbl="node1" presStyleIdx="1" presStyleCnt="4"/>
      <dgm:spPr/>
    </dgm:pt>
    <dgm:pt modelId="{B9854BC8-86F4-45E6-B817-96FFF5794ECA}" type="pres">
      <dgm:prSet presAssocID="{A65D61A5-B0CD-4532-B3E2-1A1D8ECDFE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293CE0-228A-41B8-9C96-C4C654C56159}" type="pres">
      <dgm:prSet presAssocID="{A65D61A5-B0CD-4532-B3E2-1A1D8ECDFEE3}" presName="negativeSpace" presStyleCnt="0"/>
      <dgm:spPr/>
    </dgm:pt>
    <dgm:pt modelId="{06E663AC-03AE-4682-BF75-4D48BEAF9E11}" type="pres">
      <dgm:prSet presAssocID="{A65D61A5-B0CD-4532-B3E2-1A1D8ECDFEE3}" presName="childText" presStyleLbl="conFgAcc1" presStyleIdx="2" presStyleCnt="4">
        <dgm:presLayoutVars>
          <dgm:bulletEnabled val="1"/>
        </dgm:presLayoutVars>
      </dgm:prSet>
      <dgm:spPr/>
    </dgm:pt>
    <dgm:pt modelId="{DEBE998A-5084-4620-B058-F13EAD803835}" type="pres">
      <dgm:prSet presAssocID="{06FA57D1-CD6A-4A39-B2C6-C4E10C54E0AD}" presName="spaceBetweenRectangles" presStyleCnt="0"/>
      <dgm:spPr/>
    </dgm:pt>
    <dgm:pt modelId="{E989742F-46DA-442F-B047-6EAEE3F4ECFD}" type="pres">
      <dgm:prSet presAssocID="{BEA27476-CFB6-498D-B3B9-38A6D64FDC29}" presName="parentLin" presStyleCnt="0"/>
      <dgm:spPr/>
    </dgm:pt>
    <dgm:pt modelId="{01DECF68-4DE4-4048-AA07-902CDCC4712B}" type="pres">
      <dgm:prSet presAssocID="{BEA27476-CFB6-498D-B3B9-38A6D64FDC29}" presName="parentLeftMargin" presStyleLbl="node1" presStyleIdx="2" presStyleCnt="4"/>
      <dgm:spPr/>
    </dgm:pt>
    <dgm:pt modelId="{9AB952E9-FDE1-4EF2-98DB-E39BA637CF00}" type="pres">
      <dgm:prSet presAssocID="{BEA27476-CFB6-498D-B3B9-38A6D64FDC2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1B3CC4B-0A34-4B90-B36E-543D4B17C896}" type="pres">
      <dgm:prSet presAssocID="{BEA27476-CFB6-498D-B3B9-38A6D64FDC29}" presName="negativeSpace" presStyleCnt="0"/>
      <dgm:spPr/>
    </dgm:pt>
    <dgm:pt modelId="{AC291E44-2D40-43DF-B589-700ED049D550}" type="pres">
      <dgm:prSet presAssocID="{BEA27476-CFB6-498D-B3B9-38A6D64FDC2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5DE3205-C6A5-40A0-AED6-D88905623D5B}" srcId="{9F8EA5A0-F9DA-4705-80AF-3944C8818433}" destId="{91129D03-F00F-441A-AD0C-0FFC8D462EB2}" srcOrd="0" destOrd="0" parTransId="{E19259E8-7DDB-4C76-AFD1-C8D19AFE3FD8}" sibTransId="{A0509CBF-C58E-4666-BB80-6633EF09AC95}"/>
    <dgm:cxn modelId="{5BEB0B09-3577-45F5-87DF-453E8C8ADAAA}" type="presOf" srcId="{BEA27476-CFB6-498D-B3B9-38A6D64FDC29}" destId="{01DECF68-4DE4-4048-AA07-902CDCC4712B}" srcOrd="0" destOrd="0" presId="urn:microsoft.com/office/officeart/2005/8/layout/list1"/>
    <dgm:cxn modelId="{E6305574-D332-45AA-A148-33F2EF560834}" type="presOf" srcId="{D69A3EEE-CB6B-49DF-93D4-6F06134287F2}" destId="{3F2A911B-9B7A-4188-82CF-0653EB3F385A}" srcOrd="1" destOrd="0" presId="urn:microsoft.com/office/officeart/2005/8/layout/list1"/>
    <dgm:cxn modelId="{A7CBEE58-C016-4AE5-AA5C-0358A848CE8F}" type="presOf" srcId="{A65D61A5-B0CD-4532-B3E2-1A1D8ECDFEE3}" destId="{DC035449-9F08-49C7-9BFE-13BDA5D2E979}" srcOrd="0" destOrd="0" presId="urn:microsoft.com/office/officeart/2005/8/layout/list1"/>
    <dgm:cxn modelId="{85329D89-51C7-42DC-B342-D43B196B0492}" srcId="{9F8EA5A0-F9DA-4705-80AF-3944C8818433}" destId="{BEA27476-CFB6-498D-B3B9-38A6D64FDC29}" srcOrd="3" destOrd="0" parTransId="{59701CC5-1455-49EE-89C2-02A5D57AAF35}" sibTransId="{64E5312E-91DC-4374-ADB9-672A117D28B5}"/>
    <dgm:cxn modelId="{A7E42197-DEA8-47DE-AB61-9543CE39B4F0}" type="presOf" srcId="{91129D03-F00F-441A-AD0C-0FFC8D462EB2}" destId="{E8A5C233-F715-457B-8132-95FAF3EDC2F3}" srcOrd="1" destOrd="0" presId="urn:microsoft.com/office/officeart/2005/8/layout/list1"/>
    <dgm:cxn modelId="{F9FD0D98-B9E1-4C73-A457-25B0895065BE}" type="presOf" srcId="{D69A3EEE-CB6B-49DF-93D4-6F06134287F2}" destId="{8D319484-5E27-4DBD-802D-0866FAAA2591}" srcOrd="0" destOrd="0" presId="urn:microsoft.com/office/officeart/2005/8/layout/list1"/>
    <dgm:cxn modelId="{5A0F449B-A26E-43B7-A491-AA6AE621BFD5}" type="presOf" srcId="{BEA27476-CFB6-498D-B3B9-38A6D64FDC29}" destId="{9AB952E9-FDE1-4EF2-98DB-E39BA637CF00}" srcOrd="1" destOrd="0" presId="urn:microsoft.com/office/officeart/2005/8/layout/list1"/>
    <dgm:cxn modelId="{76C9E5CE-7E8B-49B7-A99C-10A2C8F93FD8}" srcId="{9F8EA5A0-F9DA-4705-80AF-3944C8818433}" destId="{D69A3EEE-CB6B-49DF-93D4-6F06134287F2}" srcOrd="1" destOrd="0" parTransId="{ED2DB8AC-CE1A-4845-928F-03348C468EFF}" sibTransId="{6A57B0E0-995F-4A30-8515-FDFBEE61BF9A}"/>
    <dgm:cxn modelId="{67AE21D1-62E4-4F02-957B-98E66814C6D2}" type="presOf" srcId="{A65D61A5-B0CD-4532-B3E2-1A1D8ECDFEE3}" destId="{B9854BC8-86F4-45E6-B817-96FFF5794ECA}" srcOrd="1" destOrd="0" presId="urn:microsoft.com/office/officeart/2005/8/layout/list1"/>
    <dgm:cxn modelId="{2CAE24D6-7995-4E82-9957-9612D6227059}" srcId="{9F8EA5A0-F9DA-4705-80AF-3944C8818433}" destId="{A65D61A5-B0CD-4532-B3E2-1A1D8ECDFEE3}" srcOrd="2" destOrd="0" parTransId="{C3F5516F-5871-4B3C-A95D-3BAD5F1F3DDE}" sibTransId="{06FA57D1-CD6A-4A39-B2C6-C4E10C54E0AD}"/>
    <dgm:cxn modelId="{A25443EF-5F87-412C-9437-FAC924F4E0AD}" type="presOf" srcId="{9F8EA5A0-F9DA-4705-80AF-3944C8818433}" destId="{A0A08221-3E15-4278-9E6F-9C184C544682}" srcOrd="0" destOrd="0" presId="urn:microsoft.com/office/officeart/2005/8/layout/list1"/>
    <dgm:cxn modelId="{E0BA46EF-E0DA-4E4B-8446-9F89066AFC3A}" type="presOf" srcId="{91129D03-F00F-441A-AD0C-0FFC8D462EB2}" destId="{A7A5B0FD-2484-40DC-83FD-61FAB3F3C04F}" srcOrd="0" destOrd="0" presId="urn:microsoft.com/office/officeart/2005/8/layout/list1"/>
    <dgm:cxn modelId="{45FFEC23-20A5-4DD3-A5B7-A66FBAD5E502}" type="presParOf" srcId="{A0A08221-3E15-4278-9E6F-9C184C544682}" destId="{89659A3A-D964-4A1F-9DEE-CDCC8D19819F}" srcOrd="0" destOrd="0" presId="urn:microsoft.com/office/officeart/2005/8/layout/list1"/>
    <dgm:cxn modelId="{38F712E4-35E4-4820-BD53-499FB5253A62}" type="presParOf" srcId="{89659A3A-D964-4A1F-9DEE-CDCC8D19819F}" destId="{A7A5B0FD-2484-40DC-83FD-61FAB3F3C04F}" srcOrd="0" destOrd="0" presId="urn:microsoft.com/office/officeart/2005/8/layout/list1"/>
    <dgm:cxn modelId="{A176094D-A132-41EE-9951-CAAA4CD145F2}" type="presParOf" srcId="{89659A3A-D964-4A1F-9DEE-CDCC8D19819F}" destId="{E8A5C233-F715-457B-8132-95FAF3EDC2F3}" srcOrd="1" destOrd="0" presId="urn:microsoft.com/office/officeart/2005/8/layout/list1"/>
    <dgm:cxn modelId="{2AD4FC8D-241C-4ECC-A98C-C265FA02CE7B}" type="presParOf" srcId="{A0A08221-3E15-4278-9E6F-9C184C544682}" destId="{D85B3448-70E5-4A66-B577-00415601DCEA}" srcOrd="1" destOrd="0" presId="urn:microsoft.com/office/officeart/2005/8/layout/list1"/>
    <dgm:cxn modelId="{9DBF68E2-68E3-4ADB-8804-F71177C37EDE}" type="presParOf" srcId="{A0A08221-3E15-4278-9E6F-9C184C544682}" destId="{A6C2818C-8C61-4CA6-A8EE-D489A3CCBBF5}" srcOrd="2" destOrd="0" presId="urn:microsoft.com/office/officeart/2005/8/layout/list1"/>
    <dgm:cxn modelId="{8584DF39-1C18-4BD1-B038-16138304E3B7}" type="presParOf" srcId="{A0A08221-3E15-4278-9E6F-9C184C544682}" destId="{45D13E0E-2F77-457A-AD4D-633F40EE0AE4}" srcOrd="3" destOrd="0" presId="urn:microsoft.com/office/officeart/2005/8/layout/list1"/>
    <dgm:cxn modelId="{5C96A812-CBE2-462E-987E-B897A4E25EB2}" type="presParOf" srcId="{A0A08221-3E15-4278-9E6F-9C184C544682}" destId="{77ADA53F-D536-45F4-B9B9-DB2B727EFBD3}" srcOrd="4" destOrd="0" presId="urn:microsoft.com/office/officeart/2005/8/layout/list1"/>
    <dgm:cxn modelId="{99D262A6-973D-4AAC-83F5-4A018EDE4062}" type="presParOf" srcId="{77ADA53F-D536-45F4-B9B9-DB2B727EFBD3}" destId="{8D319484-5E27-4DBD-802D-0866FAAA2591}" srcOrd="0" destOrd="0" presId="urn:microsoft.com/office/officeart/2005/8/layout/list1"/>
    <dgm:cxn modelId="{73F11601-B849-4EE0-9231-26AFC959B284}" type="presParOf" srcId="{77ADA53F-D536-45F4-B9B9-DB2B727EFBD3}" destId="{3F2A911B-9B7A-4188-82CF-0653EB3F385A}" srcOrd="1" destOrd="0" presId="urn:microsoft.com/office/officeart/2005/8/layout/list1"/>
    <dgm:cxn modelId="{FE569031-D983-4C4D-9918-FEDFFC32DE9C}" type="presParOf" srcId="{A0A08221-3E15-4278-9E6F-9C184C544682}" destId="{233CD245-B2AA-4B61-BD37-B724EBBFF4F7}" srcOrd="5" destOrd="0" presId="urn:microsoft.com/office/officeart/2005/8/layout/list1"/>
    <dgm:cxn modelId="{C73EB648-74D6-4110-87AA-4FC4D6821218}" type="presParOf" srcId="{A0A08221-3E15-4278-9E6F-9C184C544682}" destId="{B3014DE5-4DF4-4E84-92E4-9D879F23018E}" srcOrd="6" destOrd="0" presId="urn:microsoft.com/office/officeart/2005/8/layout/list1"/>
    <dgm:cxn modelId="{A9C20520-A30D-4896-95A6-6CA74199AEB6}" type="presParOf" srcId="{A0A08221-3E15-4278-9E6F-9C184C544682}" destId="{3877CF6D-C539-4EF6-87A0-A3DB0AF42920}" srcOrd="7" destOrd="0" presId="urn:microsoft.com/office/officeart/2005/8/layout/list1"/>
    <dgm:cxn modelId="{7ED99754-6E14-44E1-91FA-64C906BB2E4A}" type="presParOf" srcId="{A0A08221-3E15-4278-9E6F-9C184C544682}" destId="{0353ED72-E0DB-4863-9DC2-AF84EB30681E}" srcOrd="8" destOrd="0" presId="urn:microsoft.com/office/officeart/2005/8/layout/list1"/>
    <dgm:cxn modelId="{8A893BE5-9949-48F2-AFF2-2D91729CCF2B}" type="presParOf" srcId="{0353ED72-E0DB-4863-9DC2-AF84EB30681E}" destId="{DC035449-9F08-49C7-9BFE-13BDA5D2E979}" srcOrd="0" destOrd="0" presId="urn:microsoft.com/office/officeart/2005/8/layout/list1"/>
    <dgm:cxn modelId="{A35E3EF2-12EB-4D1E-AA96-214EDF641FA4}" type="presParOf" srcId="{0353ED72-E0DB-4863-9DC2-AF84EB30681E}" destId="{B9854BC8-86F4-45E6-B817-96FFF5794ECA}" srcOrd="1" destOrd="0" presId="urn:microsoft.com/office/officeart/2005/8/layout/list1"/>
    <dgm:cxn modelId="{84793C9B-7223-4F69-882C-15D36645DA47}" type="presParOf" srcId="{A0A08221-3E15-4278-9E6F-9C184C544682}" destId="{4A293CE0-228A-41B8-9C96-C4C654C56159}" srcOrd="9" destOrd="0" presId="urn:microsoft.com/office/officeart/2005/8/layout/list1"/>
    <dgm:cxn modelId="{4FFAFD05-9CC0-4867-BF1C-F02C0366FEB7}" type="presParOf" srcId="{A0A08221-3E15-4278-9E6F-9C184C544682}" destId="{06E663AC-03AE-4682-BF75-4D48BEAF9E11}" srcOrd="10" destOrd="0" presId="urn:microsoft.com/office/officeart/2005/8/layout/list1"/>
    <dgm:cxn modelId="{295EB59A-49B3-4574-B4C5-9B231D5246DE}" type="presParOf" srcId="{A0A08221-3E15-4278-9E6F-9C184C544682}" destId="{DEBE998A-5084-4620-B058-F13EAD803835}" srcOrd="11" destOrd="0" presId="urn:microsoft.com/office/officeart/2005/8/layout/list1"/>
    <dgm:cxn modelId="{371027EF-4C49-4F06-B58D-9443E1ECD479}" type="presParOf" srcId="{A0A08221-3E15-4278-9E6F-9C184C544682}" destId="{E989742F-46DA-442F-B047-6EAEE3F4ECFD}" srcOrd="12" destOrd="0" presId="urn:microsoft.com/office/officeart/2005/8/layout/list1"/>
    <dgm:cxn modelId="{7CFC65F7-28B8-44ED-95BC-7FA0DA00907B}" type="presParOf" srcId="{E989742F-46DA-442F-B047-6EAEE3F4ECFD}" destId="{01DECF68-4DE4-4048-AA07-902CDCC4712B}" srcOrd="0" destOrd="0" presId="urn:microsoft.com/office/officeart/2005/8/layout/list1"/>
    <dgm:cxn modelId="{33EE0873-F37E-4A65-B799-961124DDC7D1}" type="presParOf" srcId="{E989742F-46DA-442F-B047-6EAEE3F4ECFD}" destId="{9AB952E9-FDE1-4EF2-98DB-E39BA637CF00}" srcOrd="1" destOrd="0" presId="urn:microsoft.com/office/officeart/2005/8/layout/list1"/>
    <dgm:cxn modelId="{BCC5C900-2F72-43ED-B69A-F4E2E1890F80}" type="presParOf" srcId="{A0A08221-3E15-4278-9E6F-9C184C544682}" destId="{B1B3CC4B-0A34-4B90-B36E-543D4B17C896}" srcOrd="13" destOrd="0" presId="urn:microsoft.com/office/officeart/2005/8/layout/list1"/>
    <dgm:cxn modelId="{C87774F6-65BA-4FC6-8AF1-9806D650A56C}" type="presParOf" srcId="{A0A08221-3E15-4278-9E6F-9C184C544682}" destId="{AC291E44-2D40-43DF-B589-700ED049D55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0357DB9-F921-4EDC-A5D7-8F09A86A690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C732D3-0FBD-44FD-A641-0285AF194877}">
      <dgm:prSet/>
      <dgm:spPr/>
      <dgm:t>
        <a:bodyPr/>
        <a:lstStyle/>
        <a:p>
          <a:r>
            <a:rPr lang="en-US" b="0" i="0"/>
            <a:t>Core: Command-line focused</a:t>
          </a:r>
          <a:endParaRPr lang="en-US"/>
        </a:p>
      </dgm:t>
    </dgm:pt>
    <dgm:pt modelId="{2BE90274-3092-4CFC-80BA-65724EBD78D0}" type="parTrans" cxnId="{8E78E946-F762-4AF9-9615-C5E645DC201B}">
      <dgm:prSet/>
      <dgm:spPr/>
      <dgm:t>
        <a:bodyPr/>
        <a:lstStyle/>
        <a:p>
          <a:endParaRPr lang="en-US"/>
        </a:p>
      </dgm:t>
    </dgm:pt>
    <dgm:pt modelId="{B5840DAA-A8AF-4B88-98C6-92AB291F84F1}" type="sibTrans" cxnId="{8E78E946-F762-4AF9-9615-C5E645DC201B}">
      <dgm:prSet/>
      <dgm:spPr/>
      <dgm:t>
        <a:bodyPr/>
        <a:lstStyle/>
        <a:p>
          <a:endParaRPr lang="en-US"/>
        </a:p>
      </dgm:t>
    </dgm:pt>
    <dgm:pt modelId="{EC81618D-7E03-45FE-BDAE-47DB789AB032}">
      <dgm:prSet/>
      <dgm:spPr/>
      <dgm:t>
        <a:bodyPr/>
        <a:lstStyle/>
        <a:p>
          <a:r>
            <a:rPr lang="en-US" b="0" i="0"/>
            <a:t>Desktop: GUI interface</a:t>
          </a:r>
          <a:endParaRPr lang="en-US"/>
        </a:p>
      </dgm:t>
    </dgm:pt>
    <dgm:pt modelId="{F71B628A-97DD-4BDC-A949-89D13A8A3A26}" type="parTrans" cxnId="{2BC61D42-CADC-4D08-8558-CBA4E34290E7}">
      <dgm:prSet/>
      <dgm:spPr/>
      <dgm:t>
        <a:bodyPr/>
        <a:lstStyle/>
        <a:p>
          <a:endParaRPr lang="en-US"/>
        </a:p>
      </dgm:t>
    </dgm:pt>
    <dgm:pt modelId="{9238A536-1AE9-4F5F-8651-06EADDC0F8E3}" type="sibTrans" cxnId="{2BC61D42-CADC-4D08-8558-CBA4E34290E7}">
      <dgm:prSet/>
      <dgm:spPr/>
      <dgm:t>
        <a:bodyPr/>
        <a:lstStyle/>
        <a:p>
          <a:endParaRPr lang="en-US"/>
        </a:p>
      </dgm:t>
    </dgm:pt>
    <dgm:pt modelId="{799C57B1-B7FB-415E-AD83-BDC0F248F60A}">
      <dgm:prSet/>
      <dgm:spPr/>
      <dgm:t>
        <a:bodyPr/>
        <a:lstStyle/>
        <a:p>
          <a:r>
            <a:rPr lang="en-US" b="0" i="0"/>
            <a:t>Core = performance &amp; security</a:t>
          </a:r>
          <a:endParaRPr lang="en-US"/>
        </a:p>
      </dgm:t>
    </dgm:pt>
    <dgm:pt modelId="{D76BD0D8-FCEA-4442-BCF1-9032D56A4E67}" type="parTrans" cxnId="{719303F2-73C7-4D78-9EB1-2DDC43CEA4AF}">
      <dgm:prSet/>
      <dgm:spPr/>
      <dgm:t>
        <a:bodyPr/>
        <a:lstStyle/>
        <a:p>
          <a:endParaRPr lang="en-US"/>
        </a:p>
      </dgm:t>
    </dgm:pt>
    <dgm:pt modelId="{C7FFA81D-353A-4E34-8227-D9561DF9DED8}" type="sibTrans" cxnId="{719303F2-73C7-4D78-9EB1-2DDC43CEA4AF}">
      <dgm:prSet/>
      <dgm:spPr/>
      <dgm:t>
        <a:bodyPr/>
        <a:lstStyle/>
        <a:p>
          <a:endParaRPr lang="en-US"/>
        </a:p>
      </dgm:t>
    </dgm:pt>
    <dgm:pt modelId="{0967F770-D063-441D-9620-EFA433C3FFF9}">
      <dgm:prSet/>
      <dgm:spPr/>
      <dgm:t>
        <a:bodyPr/>
        <a:lstStyle/>
        <a:p>
          <a:r>
            <a:rPr lang="en-US" b="0" i="0"/>
            <a:t>Desktop = easier learning</a:t>
          </a:r>
          <a:endParaRPr lang="en-US"/>
        </a:p>
      </dgm:t>
    </dgm:pt>
    <dgm:pt modelId="{22761715-DCB3-4825-92E4-50F498510556}" type="parTrans" cxnId="{88A85DD1-6F1F-4E96-AE69-81F879429E3C}">
      <dgm:prSet/>
      <dgm:spPr/>
      <dgm:t>
        <a:bodyPr/>
        <a:lstStyle/>
        <a:p>
          <a:endParaRPr lang="en-US"/>
        </a:p>
      </dgm:t>
    </dgm:pt>
    <dgm:pt modelId="{9A90E8D2-C53D-49FD-8FFC-0E467D0E9841}" type="sibTrans" cxnId="{88A85DD1-6F1F-4E96-AE69-81F879429E3C}">
      <dgm:prSet/>
      <dgm:spPr/>
      <dgm:t>
        <a:bodyPr/>
        <a:lstStyle/>
        <a:p>
          <a:endParaRPr lang="en-US"/>
        </a:p>
      </dgm:t>
    </dgm:pt>
    <dgm:pt modelId="{782A794D-7585-452B-8EC4-4572CC77A8A9}" type="pres">
      <dgm:prSet presAssocID="{E0357DB9-F921-4EDC-A5D7-8F09A86A6909}" presName="linear" presStyleCnt="0">
        <dgm:presLayoutVars>
          <dgm:dir/>
          <dgm:animLvl val="lvl"/>
          <dgm:resizeHandles val="exact"/>
        </dgm:presLayoutVars>
      </dgm:prSet>
      <dgm:spPr/>
    </dgm:pt>
    <dgm:pt modelId="{942A6097-7A18-46A9-97AE-7F9DF32BFFAB}" type="pres">
      <dgm:prSet presAssocID="{67C732D3-0FBD-44FD-A641-0285AF194877}" presName="parentLin" presStyleCnt="0"/>
      <dgm:spPr/>
    </dgm:pt>
    <dgm:pt modelId="{208E6FF8-B7B2-4DCE-99DC-4510AB04C584}" type="pres">
      <dgm:prSet presAssocID="{67C732D3-0FBD-44FD-A641-0285AF194877}" presName="parentLeftMargin" presStyleLbl="node1" presStyleIdx="0" presStyleCnt="4"/>
      <dgm:spPr/>
    </dgm:pt>
    <dgm:pt modelId="{AA283C99-471F-42DF-AFDD-2DB9F5F39DEB}" type="pres">
      <dgm:prSet presAssocID="{67C732D3-0FBD-44FD-A641-0285AF1948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45741B-AD74-46CC-AFEE-C9661D88C86F}" type="pres">
      <dgm:prSet presAssocID="{67C732D3-0FBD-44FD-A641-0285AF194877}" presName="negativeSpace" presStyleCnt="0"/>
      <dgm:spPr/>
    </dgm:pt>
    <dgm:pt modelId="{C02FD6F2-60F8-43A2-9FA4-51D1E8C179B0}" type="pres">
      <dgm:prSet presAssocID="{67C732D3-0FBD-44FD-A641-0285AF194877}" presName="childText" presStyleLbl="conFgAcc1" presStyleIdx="0" presStyleCnt="4">
        <dgm:presLayoutVars>
          <dgm:bulletEnabled val="1"/>
        </dgm:presLayoutVars>
      </dgm:prSet>
      <dgm:spPr/>
    </dgm:pt>
    <dgm:pt modelId="{C2FD788B-6819-4566-89BF-98FBD0B399A4}" type="pres">
      <dgm:prSet presAssocID="{B5840DAA-A8AF-4B88-98C6-92AB291F84F1}" presName="spaceBetweenRectangles" presStyleCnt="0"/>
      <dgm:spPr/>
    </dgm:pt>
    <dgm:pt modelId="{389CA3A7-4715-4520-A477-4DB4111E8942}" type="pres">
      <dgm:prSet presAssocID="{EC81618D-7E03-45FE-BDAE-47DB789AB032}" presName="parentLin" presStyleCnt="0"/>
      <dgm:spPr/>
    </dgm:pt>
    <dgm:pt modelId="{885F8C38-4C60-4C6D-879D-A5E444E2A1B3}" type="pres">
      <dgm:prSet presAssocID="{EC81618D-7E03-45FE-BDAE-47DB789AB032}" presName="parentLeftMargin" presStyleLbl="node1" presStyleIdx="0" presStyleCnt="4"/>
      <dgm:spPr/>
    </dgm:pt>
    <dgm:pt modelId="{97967542-1911-430D-AA37-04077824114C}" type="pres">
      <dgm:prSet presAssocID="{EC81618D-7E03-45FE-BDAE-47DB789AB03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D21362-0FF6-4177-9FEA-83ED42F1C5AF}" type="pres">
      <dgm:prSet presAssocID="{EC81618D-7E03-45FE-BDAE-47DB789AB032}" presName="negativeSpace" presStyleCnt="0"/>
      <dgm:spPr/>
    </dgm:pt>
    <dgm:pt modelId="{22EE1662-F822-47F6-BFBC-EC1C2059E4B9}" type="pres">
      <dgm:prSet presAssocID="{EC81618D-7E03-45FE-BDAE-47DB789AB032}" presName="childText" presStyleLbl="conFgAcc1" presStyleIdx="1" presStyleCnt="4">
        <dgm:presLayoutVars>
          <dgm:bulletEnabled val="1"/>
        </dgm:presLayoutVars>
      </dgm:prSet>
      <dgm:spPr/>
    </dgm:pt>
    <dgm:pt modelId="{56E1496C-0491-4C30-9FA3-E0EC0298D95C}" type="pres">
      <dgm:prSet presAssocID="{9238A536-1AE9-4F5F-8651-06EADDC0F8E3}" presName="spaceBetweenRectangles" presStyleCnt="0"/>
      <dgm:spPr/>
    </dgm:pt>
    <dgm:pt modelId="{86A6F46D-2DD4-486E-8AE4-1B051232F658}" type="pres">
      <dgm:prSet presAssocID="{799C57B1-B7FB-415E-AD83-BDC0F248F60A}" presName="parentLin" presStyleCnt="0"/>
      <dgm:spPr/>
    </dgm:pt>
    <dgm:pt modelId="{C1542855-DD07-4A06-8B35-DFE5DF0E0976}" type="pres">
      <dgm:prSet presAssocID="{799C57B1-B7FB-415E-AD83-BDC0F248F60A}" presName="parentLeftMargin" presStyleLbl="node1" presStyleIdx="1" presStyleCnt="4"/>
      <dgm:spPr/>
    </dgm:pt>
    <dgm:pt modelId="{06DDBA42-E28D-4386-A2A7-9069A14C860A}" type="pres">
      <dgm:prSet presAssocID="{799C57B1-B7FB-415E-AD83-BDC0F248F6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51C6CF-4615-4B0A-8D4F-C00B613B9393}" type="pres">
      <dgm:prSet presAssocID="{799C57B1-B7FB-415E-AD83-BDC0F248F60A}" presName="negativeSpace" presStyleCnt="0"/>
      <dgm:spPr/>
    </dgm:pt>
    <dgm:pt modelId="{BF495CF2-EFB1-4300-A197-67C12CD3E1C7}" type="pres">
      <dgm:prSet presAssocID="{799C57B1-B7FB-415E-AD83-BDC0F248F60A}" presName="childText" presStyleLbl="conFgAcc1" presStyleIdx="2" presStyleCnt="4">
        <dgm:presLayoutVars>
          <dgm:bulletEnabled val="1"/>
        </dgm:presLayoutVars>
      </dgm:prSet>
      <dgm:spPr/>
    </dgm:pt>
    <dgm:pt modelId="{8714FB54-6040-4F9F-AA49-B6AA7A759DFF}" type="pres">
      <dgm:prSet presAssocID="{C7FFA81D-353A-4E34-8227-D9561DF9DED8}" presName="spaceBetweenRectangles" presStyleCnt="0"/>
      <dgm:spPr/>
    </dgm:pt>
    <dgm:pt modelId="{67EABEFE-1CE9-4A29-9D68-11622AE37B9C}" type="pres">
      <dgm:prSet presAssocID="{0967F770-D063-441D-9620-EFA433C3FFF9}" presName="parentLin" presStyleCnt="0"/>
      <dgm:spPr/>
    </dgm:pt>
    <dgm:pt modelId="{C6EFBAAA-E37D-478B-8809-4C0493C62EBD}" type="pres">
      <dgm:prSet presAssocID="{0967F770-D063-441D-9620-EFA433C3FFF9}" presName="parentLeftMargin" presStyleLbl="node1" presStyleIdx="2" presStyleCnt="4"/>
      <dgm:spPr/>
    </dgm:pt>
    <dgm:pt modelId="{6DAA6BBE-0074-4436-90A7-89D204350614}" type="pres">
      <dgm:prSet presAssocID="{0967F770-D063-441D-9620-EFA433C3FFF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BA2E515-43A3-4EF2-A3F6-0C0762B895C9}" type="pres">
      <dgm:prSet presAssocID="{0967F770-D063-441D-9620-EFA433C3FFF9}" presName="negativeSpace" presStyleCnt="0"/>
      <dgm:spPr/>
    </dgm:pt>
    <dgm:pt modelId="{9BA2E8AC-CA07-486B-9AC1-B2581A8FD27C}" type="pres">
      <dgm:prSet presAssocID="{0967F770-D063-441D-9620-EFA433C3FFF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1CE3C00-25EC-4585-AFCC-A650C66DC05C}" type="presOf" srcId="{0967F770-D063-441D-9620-EFA433C3FFF9}" destId="{6DAA6BBE-0074-4436-90A7-89D204350614}" srcOrd="1" destOrd="0" presId="urn:microsoft.com/office/officeart/2005/8/layout/list1"/>
    <dgm:cxn modelId="{74323E1F-4C0E-4EEF-8151-C4AC5D8DC250}" type="presOf" srcId="{799C57B1-B7FB-415E-AD83-BDC0F248F60A}" destId="{06DDBA42-E28D-4386-A2A7-9069A14C860A}" srcOrd="1" destOrd="0" presId="urn:microsoft.com/office/officeart/2005/8/layout/list1"/>
    <dgm:cxn modelId="{7841EF29-5771-4C3A-A8DF-5AB8A401DEC0}" type="presOf" srcId="{0967F770-D063-441D-9620-EFA433C3FFF9}" destId="{C6EFBAAA-E37D-478B-8809-4C0493C62EBD}" srcOrd="0" destOrd="0" presId="urn:microsoft.com/office/officeart/2005/8/layout/list1"/>
    <dgm:cxn modelId="{1E2B642B-797B-4067-8A76-478B781BA310}" type="presOf" srcId="{EC81618D-7E03-45FE-BDAE-47DB789AB032}" destId="{885F8C38-4C60-4C6D-879D-A5E444E2A1B3}" srcOrd="0" destOrd="0" presId="urn:microsoft.com/office/officeart/2005/8/layout/list1"/>
    <dgm:cxn modelId="{2BC61D42-CADC-4D08-8558-CBA4E34290E7}" srcId="{E0357DB9-F921-4EDC-A5D7-8F09A86A6909}" destId="{EC81618D-7E03-45FE-BDAE-47DB789AB032}" srcOrd="1" destOrd="0" parTransId="{F71B628A-97DD-4BDC-A949-89D13A8A3A26}" sibTransId="{9238A536-1AE9-4F5F-8651-06EADDC0F8E3}"/>
    <dgm:cxn modelId="{8E78E946-F762-4AF9-9615-C5E645DC201B}" srcId="{E0357DB9-F921-4EDC-A5D7-8F09A86A6909}" destId="{67C732D3-0FBD-44FD-A641-0285AF194877}" srcOrd="0" destOrd="0" parTransId="{2BE90274-3092-4CFC-80BA-65724EBD78D0}" sibTransId="{B5840DAA-A8AF-4B88-98C6-92AB291F84F1}"/>
    <dgm:cxn modelId="{19798088-068C-40AF-B404-4092BA700C34}" type="presOf" srcId="{799C57B1-B7FB-415E-AD83-BDC0F248F60A}" destId="{C1542855-DD07-4A06-8B35-DFE5DF0E0976}" srcOrd="0" destOrd="0" presId="urn:microsoft.com/office/officeart/2005/8/layout/list1"/>
    <dgm:cxn modelId="{B8EAB8BC-48EC-425D-9BC3-51641A7CE3E9}" type="presOf" srcId="{E0357DB9-F921-4EDC-A5D7-8F09A86A6909}" destId="{782A794D-7585-452B-8EC4-4572CC77A8A9}" srcOrd="0" destOrd="0" presId="urn:microsoft.com/office/officeart/2005/8/layout/list1"/>
    <dgm:cxn modelId="{88A85DD1-6F1F-4E96-AE69-81F879429E3C}" srcId="{E0357DB9-F921-4EDC-A5D7-8F09A86A6909}" destId="{0967F770-D063-441D-9620-EFA433C3FFF9}" srcOrd="3" destOrd="0" parTransId="{22761715-DCB3-4825-92E4-50F498510556}" sibTransId="{9A90E8D2-C53D-49FD-8FFC-0E467D0E9841}"/>
    <dgm:cxn modelId="{0C3F81DB-5920-4A7A-902A-E3B9ECD787E7}" type="presOf" srcId="{67C732D3-0FBD-44FD-A641-0285AF194877}" destId="{208E6FF8-B7B2-4DCE-99DC-4510AB04C584}" srcOrd="0" destOrd="0" presId="urn:microsoft.com/office/officeart/2005/8/layout/list1"/>
    <dgm:cxn modelId="{8ADC0DE8-83C2-4B71-8DE2-712087CE3CDC}" type="presOf" srcId="{67C732D3-0FBD-44FD-A641-0285AF194877}" destId="{AA283C99-471F-42DF-AFDD-2DB9F5F39DEB}" srcOrd="1" destOrd="0" presId="urn:microsoft.com/office/officeart/2005/8/layout/list1"/>
    <dgm:cxn modelId="{75D325EC-807E-489E-A3C9-0B8B8A13432C}" type="presOf" srcId="{EC81618D-7E03-45FE-BDAE-47DB789AB032}" destId="{97967542-1911-430D-AA37-04077824114C}" srcOrd="1" destOrd="0" presId="urn:microsoft.com/office/officeart/2005/8/layout/list1"/>
    <dgm:cxn modelId="{719303F2-73C7-4D78-9EB1-2DDC43CEA4AF}" srcId="{E0357DB9-F921-4EDC-A5D7-8F09A86A6909}" destId="{799C57B1-B7FB-415E-AD83-BDC0F248F60A}" srcOrd="2" destOrd="0" parTransId="{D76BD0D8-FCEA-4442-BCF1-9032D56A4E67}" sibTransId="{C7FFA81D-353A-4E34-8227-D9561DF9DED8}"/>
    <dgm:cxn modelId="{7D7A70E9-CC0A-426C-92ED-CFA52C9EF73C}" type="presParOf" srcId="{782A794D-7585-452B-8EC4-4572CC77A8A9}" destId="{942A6097-7A18-46A9-97AE-7F9DF32BFFAB}" srcOrd="0" destOrd="0" presId="urn:microsoft.com/office/officeart/2005/8/layout/list1"/>
    <dgm:cxn modelId="{F9D6ADDB-877C-4438-B511-D27E9814C781}" type="presParOf" srcId="{942A6097-7A18-46A9-97AE-7F9DF32BFFAB}" destId="{208E6FF8-B7B2-4DCE-99DC-4510AB04C584}" srcOrd="0" destOrd="0" presId="urn:microsoft.com/office/officeart/2005/8/layout/list1"/>
    <dgm:cxn modelId="{3C4D65E8-C352-4AAC-A7BB-D5880AF9FDBA}" type="presParOf" srcId="{942A6097-7A18-46A9-97AE-7F9DF32BFFAB}" destId="{AA283C99-471F-42DF-AFDD-2DB9F5F39DEB}" srcOrd="1" destOrd="0" presId="urn:microsoft.com/office/officeart/2005/8/layout/list1"/>
    <dgm:cxn modelId="{E8CB1205-F78D-493A-8B49-43FA150C0F79}" type="presParOf" srcId="{782A794D-7585-452B-8EC4-4572CC77A8A9}" destId="{D045741B-AD74-46CC-AFEE-C9661D88C86F}" srcOrd="1" destOrd="0" presId="urn:microsoft.com/office/officeart/2005/8/layout/list1"/>
    <dgm:cxn modelId="{84B0FD2D-9D24-412D-AFC2-CAE6CF5F17E9}" type="presParOf" srcId="{782A794D-7585-452B-8EC4-4572CC77A8A9}" destId="{C02FD6F2-60F8-43A2-9FA4-51D1E8C179B0}" srcOrd="2" destOrd="0" presId="urn:microsoft.com/office/officeart/2005/8/layout/list1"/>
    <dgm:cxn modelId="{FE64C25A-8217-4783-84F5-46A8FFCA099D}" type="presParOf" srcId="{782A794D-7585-452B-8EC4-4572CC77A8A9}" destId="{C2FD788B-6819-4566-89BF-98FBD0B399A4}" srcOrd="3" destOrd="0" presId="urn:microsoft.com/office/officeart/2005/8/layout/list1"/>
    <dgm:cxn modelId="{8920290A-21A0-43B0-B1FD-C4CE09659DFE}" type="presParOf" srcId="{782A794D-7585-452B-8EC4-4572CC77A8A9}" destId="{389CA3A7-4715-4520-A477-4DB4111E8942}" srcOrd="4" destOrd="0" presId="urn:microsoft.com/office/officeart/2005/8/layout/list1"/>
    <dgm:cxn modelId="{0B0B51D6-67A3-41F6-93FA-1F609C0E70E3}" type="presParOf" srcId="{389CA3A7-4715-4520-A477-4DB4111E8942}" destId="{885F8C38-4C60-4C6D-879D-A5E444E2A1B3}" srcOrd="0" destOrd="0" presId="urn:microsoft.com/office/officeart/2005/8/layout/list1"/>
    <dgm:cxn modelId="{6EF893E6-1689-46F1-B431-190D4BEE5EFD}" type="presParOf" srcId="{389CA3A7-4715-4520-A477-4DB4111E8942}" destId="{97967542-1911-430D-AA37-04077824114C}" srcOrd="1" destOrd="0" presId="urn:microsoft.com/office/officeart/2005/8/layout/list1"/>
    <dgm:cxn modelId="{3797847B-191C-4884-9F32-972E6F0598BC}" type="presParOf" srcId="{782A794D-7585-452B-8EC4-4572CC77A8A9}" destId="{EED21362-0FF6-4177-9FEA-83ED42F1C5AF}" srcOrd="5" destOrd="0" presId="urn:microsoft.com/office/officeart/2005/8/layout/list1"/>
    <dgm:cxn modelId="{AF5F0B3F-4FD0-456F-915D-5E86467D47F1}" type="presParOf" srcId="{782A794D-7585-452B-8EC4-4572CC77A8A9}" destId="{22EE1662-F822-47F6-BFBC-EC1C2059E4B9}" srcOrd="6" destOrd="0" presId="urn:microsoft.com/office/officeart/2005/8/layout/list1"/>
    <dgm:cxn modelId="{C42F49A8-99E2-40A6-9925-392EC6B379A3}" type="presParOf" srcId="{782A794D-7585-452B-8EC4-4572CC77A8A9}" destId="{56E1496C-0491-4C30-9FA3-E0EC0298D95C}" srcOrd="7" destOrd="0" presId="urn:microsoft.com/office/officeart/2005/8/layout/list1"/>
    <dgm:cxn modelId="{DDE3596A-3806-4571-86BB-B441A964E681}" type="presParOf" srcId="{782A794D-7585-452B-8EC4-4572CC77A8A9}" destId="{86A6F46D-2DD4-486E-8AE4-1B051232F658}" srcOrd="8" destOrd="0" presId="urn:microsoft.com/office/officeart/2005/8/layout/list1"/>
    <dgm:cxn modelId="{F38894B2-B07D-462D-8E9D-345E5048C335}" type="presParOf" srcId="{86A6F46D-2DD4-486E-8AE4-1B051232F658}" destId="{C1542855-DD07-4A06-8B35-DFE5DF0E0976}" srcOrd="0" destOrd="0" presId="urn:microsoft.com/office/officeart/2005/8/layout/list1"/>
    <dgm:cxn modelId="{1525B058-6267-4A0B-9C9F-572C54E767C9}" type="presParOf" srcId="{86A6F46D-2DD4-486E-8AE4-1B051232F658}" destId="{06DDBA42-E28D-4386-A2A7-9069A14C860A}" srcOrd="1" destOrd="0" presId="urn:microsoft.com/office/officeart/2005/8/layout/list1"/>
    <dgm:cxn modelId="{395C50B2-ED1C-42DE-8E28-EDEAEFEAFA9F}" type="presParOf" srcId="{782A794D-7585-452B-8EC4-4572CC77A8A9}" destId="{7151C6CF-4615-4B0A-8D4F-C00B613B9393}" srcOrd="9" destOrd="0" presId="urn:microsoft.com/office/officeart/2005/8/layout/list1"/>
    <dgm:cxn modelId="{661935B1-B8F3-483C-82EF-C67EB4EB30A7}" type="presParOf" srcId="{782A794D-7585-452B-8EC4-4572CC77A8A9}" destId="{BF495CF2-EFB1-4300-A197-67C12CD3E1C7}" srcOrd="10" destOrd="0" presId="urn:microsoft.com/office/officeart/2005/8/layout/list1"/>
    <dgm:cxn modelId="{B836CF4F-6859-49D1-A535-B1B8266609DE}" type="presParOf" srcId="{782A794D-7585-452B-8EC4-4572CC77A8A9}" destId="{8714FB54-6040-4F9F-AA49-B6AA7A759DFF}" srcOrd="11" destOrd="0" presId="urn:microsoft.com/office/officeart/2005/8/layout/list1"/>
    <dgm:cxn modelId="{D33F8137-EE36-4313-8866-A0AE07D8C890}" type="presParOf" srcId="{782A794D-7585-452B-8EC4-4572CC77A8A9}" destId="{67EABEFE-1CE9-4A29-9D68-11622AE37B9C}" srcOrd="12" destOrd="0" presId="urn:microsoft.com/office/officeart/2005/8/layout/list1"/>
    <dgm:cxn modelId="{70AD68BA-708E-40E5-A43F-C491094C8074}" type="presParOf" srcId="{67EABEFE-1CE9-4A29-9D68-11622AE37B9C}" destId="{C6EFBAAA-E37D-478B-8809-4C0493C62EBD}" srcOrd="0" destOrd="0" presId="urn:microsoft.com/office/officeart/2005/8/layout/list1"/>
    <dgm:cxn modelId="{DC6428CF-84E1-4C46-8F13-9E0FB43B129A}" type="presParOf" srcId="{67EABEFE-1CE9-4A29-9D68-11622AE37B9C}" destId="{6DAA6BBE-0074-4436-90A7-89D204350614}" srcOrd="1" destOrd="0" presId="urn:microsoft.com/office/officeart/2005/8/layout/list1"/>
    <dgm:cxn modelId="{BC0F9324-8499-4D35-BEFA-32D80C1E99A2}" type="presParOf" srcId="{782A794D-7585-452B-8EC4-4572CC77A8A9}" destId="{ABA2E515-43A3-4EF2-A3F6-0C0762B895C9}" srcOrd="13" destOrd="0" presId="urn:microsoft.com/office/officeart/2005/8/layout/list1"/>
    <dgm:cxn modelId="{9AB1D03E-0AF1-4C99-89D7-65460714CF24}" type="presParOf" srcId="{782A794D-7585-452B-8EC4-4572CC77A8A9}" destId="{9BA2E8AC-CA07-486B-9AC1-B2581A8FD27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661BD1D-7F23-4DAB-B4EE-E9088A130235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59068C7-94F1-42FA-9ED9-742139E40D66}">
      <dgm:prSet/>
      <dgm:spPr/>
      <dgm:t>
        <a:bodyPr/>
        <a:lstStyle/>
        <a:p>
          <a:r>
            <a:rPr lang="en-US" b="0" i="0"/>
            <a:t>Browser-based server management</a:t>
          </a:r>
          <a:endParaRPr lang="en-US"/>
        </a:p>
      </dgm:t>
    </dgm:pt>
    <dgm:pt modelId="{82097B67-A26D-4404-8441-68D86A1B7BE2}" type="parTrans" cxnId="{68D0B34D-8557-4384-B777-AEAA4D977E78}">
      <dgm:prSet/>
      <dgm:spPr/>
      <dgm:t>
        <a:bodyPr/>
        <a:lstStyle/>
        <a:p>
          <a:endParaRPr lang="en-US"/>
        </a:p>
      </dgm:t>
    </dgm:pt>
    <dgm:pt modelId="{6911986C-4033-44AB-8459-EB4ABF9B33CF}" type="sibTrans" cxnId="{68D0B34D-8557-4384-B777-AEAA4D977E78}">
      <dgm:prSet/>
      <dgm:spPr/>
      <dgm:t>
        <a:bodyPr/>
        <a:lstStyle/>
        <a:p>
          <a:endParaRPr lang="en-US"/>
        </a:p>
      </dgm:t>
    </dgm:pt>
    <dgm:pt modelId="{28281E63-9924-43E7-8188-5FDD3D38500B}">
      <dgm:prSet/>
      <dgm:spPr/>
      <dgm:t>
        <a:bodyPr/>
        <a:lstStyle/>
        <a:p>
          <a:r>
            <a:rPr lang="en-US" b="0" i="0"/>
            <a:t>Remote control of multiple servers</a:t>
          </a:r>
          <a:endParaRPr lang="en-US"/>
        </a:p>
      </dgm:t>
    </dgm:pt>
    <dgm:pt modelId="{6096B878-F1AE-4CC2-885F-7B0E5DFA3F86}" type="parTrans" cxnId="{B26D3951-346F-404C-985F-126CACD1A880}">
      <dgm:prSet/>
      <dgm:spPr/>
      <dgm:t>
        <a:bodyPr/>
        <a:lstStyle/>
        <a:p>
          <a:endParaRPr lang="en-US"/>
        </a:p>
      </dgm:t>
    </dgm:pt>
    <dgm:pt modelId="{5909D532-2A6D-4809-8F01-6B5D45299567}" type="sibTrans" cxnId="{B26D3951-346F-404C-985F-126CACD1A880}">
      <dgm:prSet/>
      <dgm:spPr/>
      <dgm:t>
        <a:bodyPr/>
        <a:lstStyle/>
        <a:p>
          <a:endParaRPr lang="en-US"/>
        </a:p>
      </dgm:t>
    </dgm:pt>
    <dgm:pt modelId="{ACCF367D-7693-4B89-8EBC-4BA97E026F7A}">
      <dgm:prSet/>
      <dgm:spPr/>
      <dgm:t>
        <a:bodyPr/>
        <a:lstStyle/>
        <a:p>
          <a:r>
            <a:rPr lang="en-US" b="0" i="0"/>
            <a:t>Central monitoring dashboard</a:t>
          </a:r>
          <a:endParaRPr lang="en-US"/>
        </a:p>
      </dgm:t>
    </dgm:pt>
    <dgm:pt modelId="{DE3AF931-5794-49CD-A2D7-77EE945164A1}" type="parTrans" cxnId="{3FB1A2B7-D5A6-4CF6-9AEB-38FA119F3046}">
      <dgm:prSet/>
      <dgm:spPr/>
      <dgm:t>
        <a:bodyPr/>
        <a:lstStyle/>
        <a:p>
          <a:endParaRPr lang="en-US"/>
        </a:p>
      </dgm:t>
    </dgm:pt>
    <dgm:pt modelId="{AC5FB6DF-8588-445E-A98B-1FDFCC4D8458}" type="sibTrans" cxnId="{3FB1A2B7-D5A6-4CF6-9AEB-38FA119F3046}">
      <dgm:prSet/>
      <dgm:spPr/>
      <dgm:t>
        <a:bodyPr/>
        <a:lstStyle/>
        <a:p>
          <a:endParaRPr lang="en-US"/>
        </a:p>
      </dgm:t>
    </dgm:pt>
    <dgm:pt modelId="{9A5A7F61-160C-4EA9-BD82-D6EC0248E98B}" type="pres">
      <dgm:prSet presAssocID="{9661BD1D-7F23-4DAB-B4EE-E9088A130235}" presName="linear" presStyleCnt="0">
        <dgm:presLayoutVars>
          <dgm:dir/>
          <dgm:animLvl val="lvl"/>
          <dgm:resizeHandles val="exact"/>
        </dgm:presLayoutVars>
      </dgm:prSet>
      <dgm:spPr/>
    </dgm:pt>
    <dgm:pt modelId="{1D5B3B76-FC6A-4007-92D2-2E0651EC4D49}" type="pres">
      <dgm:prSet presAssocID="{B59068C7-94F1-42FA-9ED9-742139E40D66}" presName="parentLin" presStyleCnt="0"/>
      <dgm:spPr/>
    </dgm:pt>
    <dgm:pt modelId="{E9E1B5FB-9452-47DD-90A4-84EEDA22478C}" type="pres">
      <dgm:prSet presAssocID="{B59068C7-94F1-42FA-9ED9-742139E40D66}" presName="parentLeftMargin" presStyleLbl="node1" presStyleIdx="0" presStyleCnt="3"/>
      <dgm:spPr/>
    </dgm:pt>
    <dgm:pt modelId="{5DE98F9B-9677-4346-B7BC-030D1E3B9FEA}" type="pres">
      <dgm:prSet presAssocID="{B59068C7-94F1-42FA-9ED9-742139E40D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897749-E9FF-4B19-8D12-28102F1A6793}" type="pres">
      <dgm:prSet presAssocID="{B59068C7-94F1-42FA-9ED9-742139E40D66}" presName="negativeSpace" presStyleCnt="0"/>
      <dgm:spPr/>
    </dgm:pt>
    <dgm:pt modelId="{E81D380B-58ED-48BD-A46B-FA073CE7F0C1}" type="pres">
      <dgm:prSet presAssocID="{B59068C7-94F1-42FA-9ED9-742139E40D66}" presName="childText" presStyleLbl="conFgAcc1" presStyleIdx="0" presStyleCnt="3">
        <dgm:presLayoutVars>
          <dgm:bulletEnabled val="1"/>
        </dgm:presLayoutVars>
      </dgm:prSet>
      <dgm:spPr/>
    </dgm:pt>
    <dgm:pt modelId="{16B9BDD1-321F-46DD-8C4B-71DB8C6EF365}" type="pres">
      <dgm:prSet presAssocID="{6911986C-4033-44AB-8459-EB4ABF9B33CF}" presName="spaceBetweenRectangles" presStyleCnt="0"/>
      <dgm:spPr/>
    </dgm:pt>
    <dgm:pt modelId="{0B31042A-A00C-4A31-8680-BDDFD1BFFFE7}" type="pres">
      <dgm:prSet presAssocID="{28281E63-9924-43E7-8188-5FDD3D38500B}" presName="parentLin" presStyleCnt="0"/>
      <dgm:spPr/>
    </dgm:pt>
    <dgm:pt modelId="{C7DCC487-4CB7-44DE-95A5-22159CD2DBE3}" type="pres">
      <dgm:prSet presAssocID="{28281E63-9924-43E7-8188-5FDD3D38500B}" presName="parentLeftMargin" presStyleLbl="node1" presStyleIdx="0" presStyleCnt="3"/>
      <dgm:spPr/>
    </dgm:pt>
    <dgm:pt modelId="{FB903540-6459-40F2-91AA-222BA4A1B4F8}" type="pres">
      <dgm:prSet presAssocID="{28281E63-9924-43E7-8188-5FDD3D3850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4F1C259-C28C-4830-A9AF-CB37F412215D}" type="pres">
      <dgm:prSet presAssocID="{28281E63-9924-43E7-8188-5FDD3D38500B}" presName="negativeSpace" presStyleCnt="0"/>
      <dgm:spPr/>
    </dgm:pt>
    <dgm:pt modelId="{1DFC4C80-7D61-40A4-B0B9-AD58CE6A3B47}" type="pres">
      <dgm:prSet presAssocID="{28281E63-9924-43E7-8188-5FDD3D38500B}" presName="childText" presStyleLbl="conFgAcc1" presStyleIdx="1" presStyleCnt="3">
        <dgm:presLayoutVars>
          <dgm:bulletEnabled val="1"/>
        </dgm:presLayoutVars>
      </dgm:prSet>
      <dgm:spPr/>
    </dgm:pt>
    <dgm:pt modelId="{C02DC0DC-DA97-4E69-B21E-2640C0A8CBE0}" type="pres">
      <dgm:prSet presAssocID="{5909D532-2A6D-4809-8F01-6B5D45299567}" presName="spaceBetweenRectangles" presStyleCnt="0"/>
      <dgm:spPr/>
    </dgm:pt>
    <dgm:pt modelId="{E72C1306-CEE0-4B7A-8096-470E83C3B048}" type="pres">
      <dgm:prSet presAssocID="{ACCF367D-7693-4B89-8EBC-4BA97E026F7A}" presName="parentLin" presStyleCnt="0"/>
      <dgm:spPr/>
    </dgm:pt>
    <dgm:pt modelId="{45FCF08A-0DF2-43B2-AD81-666AF39ABAAA}" type="pres">
      <dgm:prSet presAssocID="{ACCF367D-7693-4B89-8EBC-4BA97E026F7A}" presName="parentLeftMargin" presStyleLbl="node1" presStyleIdx="1" presStyleCnt="3"/>
      <dgm:spPr/>
    </dgm:pt>
    <dgm:pt modelId="{2E9E1CFD-80E7-40C0-96EB-9C69976478B8}" type="pres">
      <dgm:prSet presAssocID="{ACCF367D-7693-4B89-8EBC-4BA97E026F7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B5F7109-634D-4B70-87FA-91617DA107B4}" type="pres">
      <dgm:prSet presAssocID="{ACCF367D-7693-4B89-8EBC-4BA97E026F7A}" presName="negativeSpace" presStyleCnt="0"/>
      <dgm:spPr/>
    </dgm:pt>
    <dgm:pt modelId="{4DBFE039-7B43-49C7-9058-C038276DA0E2}" type="pres">
      <dgm:prSet presAssocID="{ACCF367D-7693-4B89-8EBC-4BA97E026F7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06AE632-3F4F-4BD3-872A-DDD4D369A167}" type="presOf" srcId="{28281E63-9924-43E7-8188-5FDD3D38500B}" destId="{C7DCC487-4CB7-44DE-95A5-22159CD2DBE3}" srcOrd="0" destOrd="0" presId="urn:microsoft.com/office/officeart/2005/8/layout/list1"/>
    <dgm:cxn modelId="{D0FA2C46-23F4-46AD-8056-4EC4B40C3030}" type="presOf" srcId="{28281E63-9924-43E7-8188-5FDD3D38500B}" destId="{FB903540-6459-40F2-91AA-222BA4A1B4F8}" srcOrd="1" destOrd="0" presId="urn:microsoft.com/office/officeart/2005/8/layout/list1"/>
    <dgm:cxn modelId="{68D0B34D-8557-4384-B777-AEAA4D977E78}" srcId="{9661BD1D-7F23-4DAB-B4EE-E9088A130235}" destId="{B59068C7-94F1-42FA-9ED9-742139E40D66}" srcOrd="0" destOrd="0" parTransId="{82097B67-A26D-4404-8441-68D86A1B7BE2}" sibTransId="{6911986C-4033-44AB-8459-EB4ABF9B33CF}"/>
    <dgm:cxn modelId="{B26D3951-346F-404C-985F-126CACD1A880}" srcId="{9661BD1D-7F23-4DAB-B4EE-E9088A130235}" destId="{28281E63-9924-43E7-8188-5FDD3D38500B}" srcOrd="1" destOrd="0" parTransId="{6096B878-F1AE-4CC2-885F-7B0E5DFA3F86}" sibTransId="{5909D532-2A6D-4809-8F01-6B5D45299567}"/>
    <dgm:cxn modelId="{4B38DF77-C8E2-48EE-850E-7BA07C7FE558}" type="presOf" srcId="{B59068C7-94F1-42FA-9ED9-742139E40D66}" destId="{5DE98F9B-9677-4346-B7BC-030D1E3B9FEA}" srcOrd="1" destOrd="0" presId="urn:microsoft.com/office/officeart/2005/8/layout/list1"/>
    <dgm:cxn modelId="{613D2781-70F9-4800-9075-601FF8FE7689}" type="presOf" srcId="{B59068C7-94F1-42FA-9ED9-742139E40D66}" destId="{E9E1B5FB-9452-47DD-90A4-84EEDA22478C}" srcOrd="0" destOrd="0" presId="urn:microsoft.com/office/officeart/2005/8/layout/list1"/>
    <dgm:cxn modelId="{3FB1A2B7-D5A6-4CF6-9AEB-38FA119F3046}" srcId="{9661BD1D-7F23-4DAB-B4EE-E9088A130235}" destId="{ACCF367D-7693-4B89-8EBC-4BA97E026F7A}" srcOrd="2" destOrd="0" parTransId="{DE3AF931-5794-49CD-A2D7-77EE945164A1}" sibTransId="{AC5FB6DF-8588-445E-A98B-1FDFCC4D8458}"/>
    <dgm:cxn modelId="{A4DB72BA-7F70-46E7-9FAE-F9D1A10FAF01}" type="presOf" srcId="{ACCF367D-7693-4B89-8EBC-4BA97E026F7A}" destId="{2E9E1CFD-80E7-40C0-96EB-9C69976478B8}" srcOrd="1" destOrd="0" presId="urn:microsoft.com/office/officeart/2005/8/layout/list1"/>
    <dgm:cxn modelId="{DCCC54C3-CD5F-47BB-8CE7-EA70A89CD99A}" type="presOf" srcId="{9661BD1D-7F23-4DAB-B4EE-E9088A130235}" destId="{9A5A7F61-160C-4EA9-BD82-D6EC0248E98B}" srcOrd="0" destOrd="0" presId="urn:microsoft.com/office/officeart/2005/8/layout/list1"/>
    <dgm:cxn modelId="{4C2ED3D9-2B1B-40BC-948A-433C427EDABB}" type="presOf" srcId="{ACCF367D-7693-4B89-8EBC-4BA97E026F7A}" destId="{45FCF08A-0DF2-43B2-AD81-666AF39ABAAA}" srcOrd="0" destOrd="0" presId="urn:microsoft.com/office/officeart/2005/8/layout/list1"/>
    <dgm:cxn modelId="{2D158F93-DB77-4743-A009-5A2112D8369F}" type="presParOf" srcId="{9A5A7F61-160C-4EA9-BD82-D6EC0248E98B}" destId="{1D5B3B76-FC6A-4007-92D2-2E0651EC4D49}" srcOrd="0" destOrd="0" presId="urn:microsoft.com/office/officeart/2005/8/layout/list1"/>
    <dgm:cxn modelId="{98F4A043-3D8E-4E33-A702-9C78BFDA368C}" type="presParOf" srcId="{1D5B3B76-FC6A-4007-92D2-2E0651EC4D49}" destId="{E9E1B5FB-9452-47DD-90A4-84EEDA22478C}" srcOrd="0" destOrd="0" presId="urn:microsoft.com/office/officeart/2005/8/layout/list1"/>
    <dgm:cxn modelId="{C2DE2719-EFE1-446D-BE49-36F6B50B5404}" type="presParOf" srcId="{1D5B3B76-FC6A-4007-92D2-2E0651EC4D49}" destId="{5DE98F9B-9677-4346-B7BC-030D1E3B9FEA}" srcOrd="1" destOrd="0" presId="urn:microsoft.com/office/officeart/2005/8/layout/list1"/>
    <dgm:cxn modelId="{E77EDDA3-B347-41DA-8090-EA5899C08519}" type="presParOf" srcId="{9A5A7F61-160C-4EA9-BD82-D6EC0248E98B}" destId="{59897749-E9FF-4B19-8D12-28102F1A6793}" srcOrd="1" destOrd="0" presId="urn:microsoft.com/office/officeart/2005/8/layout/list1"/>
    <dgm:cxn modelId="{ADF80A78-BF1B-4784-9A19-5AADA11D3FB3}" type="presParOf" srcId="{9A5A7F61-160C-4EA9-BD82-D6EC0248E98B}" destId="{E81D380B-58ED-48BD-A46B-FA073CE7F0C1}" srcOrd="2" destOrd="0" presId="urn:microsoft.com/office/officeart/2005/8/layout/list1"/>
    <dgm:cxn modelId="{038B0C53-0E1F-41CE-8884-2613905BD0C8}" type="presParOf" srcId="{9A5A7F61-160C-4EA9-BD82-D6EC0248E98B}" destId="{16B9BDD1-321F-46DD-8C4B-71DB8C6EF365}" srcOrd="3" destOrd="0" presId="urn:microsoft.com/office/officeart/2005/8/layout/list1"/>
    <dgm:cxn modelId="{15E5EBF5-3B2C-46DB-90D5-7D379E01CB9A}" type="presParOf" srcId="{9A5A7F61-160C-4EA9-BD82-D6EC0248E98B}" destId="{0B31042A-A00C-4A31-8680-BDDFD1BFFFE7}" srcOrd="4" destOrd="0" presId="urn:microsoft.com/office/officeart/2005/8/layout/list1"/>
    <dgm:cxn modelId="{2D2BD1EC-8AA2-4C8A-B9FF-67688F3B2339}" type="presParOf" srcId="{0B31042A-A00C-4A31-8680-BDDFD1BFFFE7}" destId="{C7DCC487-4CB7-44DE-95A5-22159CD2DBE3}" srcOrd="0" destOrd="0" presId="urn:microsoft.com/office/officeart/2005/8/layout/list1"/>
    <dgm:cxn modelId="{F9461EC9-44CD-4F7B-BE24-3BB342DAD7BC}" type="presParOf" srcId="{0B31042A-A00C-4A31-8680-BDDFD1BFFFE7}" destId="{FB903540-6459-40F2-91AA-222BA4A1B4F8}" srcOrd="1" destOrd="0" presId="urn:microsoft.com/office/officeart/2005/8/layout/list1"/>
    <dgm:cxn modelId="{7177606B-BBC2-4A8C-8966-C869F01C6A87}" type="presParOf" srcId="{9A5A7F61-160C-4EA9-BD82-D6EC0248E98B}" destId="{14F1C259-C28C-4830-A9AF-CB37F412215D}" srcOrd="5" destOrd="0" presId="urn:microsoft.com/office/officeart/2005/8/layout/list1"/>
    <dgm:cxn modelId="{FECFE163-AF08-473A-8DFE-CE89FD83BC80}" type="presParOf" srcId="{9A5A7F61-160C-4EA9-BD82-D6EC0248E98B}" destId="{1DFC4C80-7D61-40A4-B0B9-AD58CE6A3B47}" srcOrd="6" destOrd="0" presId="urn:microsoft.com/office/officeart/2005/8/layout/list1"/>
    <dgm:cxn modelId="{5F870214-DACD-44EC-BFF3-C3625F4F1575}" type="presParOf" srcId="{9A5A7F61-160C-4EA9-BD82-D6EC0248E98B}" destId="{C02DC0DC-DA97-4E69-B21E-2640C0A8CBE0}" srcOrd="7" destOrd="0" presId="urn:microsoft.com/office/officeart/2005/8/layout/list1"/>
    <dgm:cxn modelId="{AF8F9140-011C-4B7A-A2BA-ABDC83AF7C07}" type="presParOf" srcId="{9A5A7F61-160C-4EA9-BD82-D6EC0248E98B}" destId="{E72C1306-CEE0-4B7A-8096-470E83C3B048}" srcOrd="8" destOrd="0" presId="urn:microsoft.com/office/officeart/2005/8/layout/list1"/>
    <dgm:cxn modelId="{A994F5D0-D89B-4BF2-B8CA-CE5C8746D3CF}" type="presParOf" srcId="{E72C1306-CEE0-4B7A-8096-470E83C3B048}" destId="{45FCF08A-0DF2-43B2-AD81-666AF39ABAAA}" srcOrd="0" destOrd="0" presId="urn:microsoft.com/office/officeart/2005/8/layout/list1"/>
    <dgm:cxn modelId="{8B028C35-B3BA-4276-BEA5-3DDFD76661AC}" type="presParOf" srcId="{E72C1306-CEE0-4B7A-8096-470E83C3B048}" destId="{2E9E1CFD-80E7-40C0-96EB-9C69976478B8}" srcOrd="1" destOrd="0" presId="urn:microsoft.com/office/officeart/2005/8/layout/list1"/>
    <dgm:cxn modelId="{5611ADFB-68D2-4BF0-9A09-BA7943C2DABD}" type="presParOf" srcId="{9A5A7F61-160C-4EA9-BD82-D6EC0248E98B}" destId="{AB5F7109-634D-4B70-87FA-91617DA107B4}" srcOrd="9" destOrd="0" presId="urn:microsoft.com/office/officeart/2005/8/layout/list1"/>
    <dgm:cxn modelId="{BA55BC0F-AD5E-4C6D-AE5C-78DDB755A58E}" type="presParOf" srcId="{9A5A7F61-160C-4EA9-BD82-D6EC0248E98B}" destId="{4DBFE039-7B43-49C7-9058-C038276DA0E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73F5FD4-C9D6-4613-B080-229918A816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7B231D5F-4FF9-47EC-B8CA-CA442701C0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Command-line automation tool</a:t>
          </a:r>
          <a:endParaRPr lang="en-US"/>
        </a:p>
      </dgm:t>
    </dgm:pt>
    <dgm:pt modelId="{9AE318EF-DE15-4C18-B495-9C8BBE9995D1}" type="parTrans" cxnId="{63820A84-2CD8-4A2F-BE33-40F81855F178}">
      <dgm:prSet/>
      <dgm:spPr/>
      <dgm:t>
        <a:bodyPr/>
        <a:lstStyle/>
        <a:p>
          <a:endParaRPr lang="en-US"/>
        </a:p>
      </dgm:t>
    </dgm:pt>
    <dgm:pt modelId="{4A22BDA2-6168-4F65-8AED-4071C8DD840A}" type="sibTrans" cxnId="{63820A84-2CD8-4A2F-BE33-40F81855F178}">
      <dgm:prSet/>
      <dgm:spPr/>
      <dgm:t>
        <a:bodyPr/>
        <a:lstStyle/>
        <a:p>
          <a:endParaRPr lang="en-US"/>
        </a:p>
      </dgm:t>
    </dgm:pt>
    <dgm:pt modelId="{C350A7D1-2900-4DAC-A291-487372AA39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Bulk configuration management</a:t>
          </a:r>
          <a:endParaRPr lang="en-US"/>
        </a:p>
      </dgm:t>
    </dgm:pt>
    <dgm:pt modelId="{6B8D106E-6BB7-4844-A421-8E1F5615E114}" type="parTrans" cxnId="{844EAA45-567C-4837-930E-21795AC77102}">
      <dgm:prSet/>
      <dgm:spPr/>
      <dgm:t>
        <a:bodyPr/>
        <a:lstStyle/>
        <a:p>
          <a:endParaRPr lang="en-US"/>
        </a:p>
      </dgm:t>
    </dgm:pt>
    <dgm:pt modelId="{6F944D35-A9F7-43F3-BD51-C7F2BE75C27B}" type="sibTrans" cxnId="{844EAA45-567C-4837-930E-21795AC77102}">
      <dgm:prSet/>
      <dgm:spPr/>
      <dgm:t>
        <a:bodyPr/>
        <a:lstStyle/>
        <a:p>
          <a:endParaRPr lang="en-US"/>
        </a:p>
      </dgm:t>
    </dgm:pt>
    <dgm:pt modelId="{15BB885C-98E2-4C68-A675-FE38A45296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Scripted system control</a:t>
          </a:r>
          <a:endParaRPr lang="en-US"/>
        </a:p>
      </dgm:t>
    </dgm:pt>
    <dgm:pt modelId="{BBFB8B81-33DF-4727-89D6-9219C08067FF}" type="parTrans" cxnId="{B575CB6D-2DB6-4CFD-B2E3-6DB099DFADE3}">
      <dgm:prSet/>
      <dgm:spPr/>
      <dgm:t>
        <a:bodyPr/>
        <a:lstStyle/>
        <a:p>
          <a:endParaRPr lang="en-US"/>
        </a:p>
      </dgm:t>
    </dgm:pt>
    <dgm:pt modelId="{43B7D348-D6EC-436A-B78B-8F7AECFC2F3D}" type="sibTrans" cxnId="{B575CB6D-2DB6-4CFD-B2E3-6DB099DFADE3}">
      <dgm:prSet/>
      <dgm:spPr/>
      <dgm:t>
        <a:bodyPr/>
        <a:lstStyle/>
        <a:p>
          <a:endParaRPr lang="en-US"/>
        </a:p>
      </dgm:t>
    </dgm:pt>
    <dgm:pt modelId="{79E3B223-8CE8-48CB-9A3D-4E351CFF02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Example: Create 100 users instantly</a:t>
          </a:r>
          <a:endParaRPr lang="en-US"/>
        </a:p>
      </dgm:t>
    </dgm:pt>
    <dgm:pt modelId="{5712F26F-DA95-46ED-AA69-8AA4C14B234E}" type="parTrans" cxnId="{7265727B-651B-4E51-9709-ED842B927B12}">
      <dgm:prSet/>
      <dgm:spPr/>
      <dgm:t>
        <a:bodyPr/>
        <a:lstStyle/>
        <a:p>
          <a:endParaRPr lang="en-US"/>
        </a:p>
      </dgm:t>
    </dgm:pt>
    <dgm:pt modelId="{93600C30-FCB1-4AB3-9CE9-0074B38BBC11}" type="sibTrans" cxnId="{7265727B-651B-4E51-9709-ED842B927B12}">
      <dgm:prSet/>
      <dgm:spPr/>
      <dgm:t>
        <a:bodyPr/>
        <a:lstStyle/>
        <a:p>
          <a:endParaRPr lang="en-US"/>
        </a:p>
      </dgm:t>
    </dgm:pt>
    <dgm:pt modelId="{6D0B0472-F6D6-4D09-A053-F49444938A96}" type="pres">
      <dgm:prSet presAssocID="{873F5FD4-C9D6-4613-B080-229918A816BF}" presName="root" presStyleCnt="0">
        <dgm:presLayoutVars>
          <dgm:dir/>
          <dgm:resizeHandles val="exact"/>
        </dgm:presLayoutVars>
      </dgm:prSet>
      <dgm:spPr/>
    </dgm:pt>
    <dgm:pt modelId="{EB835C86-38C3-4051-B57B-5E6B889F676C}" type="pres">
      <dgm:prSet presAssocID="{7B231D5F-4FF9-47EC-B8CA-CA442701C0C8}" presName="compNode" presStyleCnt="0"/>
      <dgm:spPr/>
    </dgm:pt>
    <dgm:pt modelId="{56C898D9-DA17-4CD0-BCDB-0A4CE2B215E5}" type="pres">
      <dgm:prSet presAssocID="{7B231D5F-4FF9-47EC-B8CA-CA442701C0C8}" presName="bgRect" presStyleLbl="bgShp" presStyleIdx="0" presStyleCnt="4"/>
      <dgm:spPr/>
    </dgm:pt>
    <dgm:pt modelId="{9B7FB403-CF09-49C0-A07D-D0021BBD6F0C}" type="pres">
      <dgm:prSet presAssocID="{7B231D5F-4FF9-47EC-B8CA-CA442701C0C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35AC0FD-0AC4-4CBB-9C52-38DB22BAB5AA}" type="pres">
      <dgm:prSet presAssocID="{7B231D5F-4FF9-47EC-B8CA-CA442701C0C8}" presName="spaceRect" presStyleCnt="0"/>
      <dgm:spPr/>
    </dgm:pt>
    <dgm:pt modelId="{C056532A-65D3-4C86-A609-5447D9939FE9}" type="pres">
      <dgm:prSet presAssocID="{7B231D5F-4FF9-47EC-B8CA-CA442701C0C8}" presName="parTx" presStyleLbl="revTx" presStyleIdx="0" presStyleCnt="4">
        <dgm:presLayoutVars>
          <dgm:chMax val="0"/>
          <dgm:chPref val="0"/>
        </dgm:presLayoutVars>
      </dgm:prSet>
      <dgm:spPr/>
    </dgm:pt>
    <dgm:pt modelId="{A7E6E746-7B72-42B7-89D0-8318E53460D6}" type="pres">
      <dgm:prSet presAssocID="{4A22BDA2-6168-4F65-8AED-4071C8DD840A}" presName="sibTrans" presStyleCnt="0"/>
      <dgm:spPr/>
    </dgm:pt>
    <dgm:pt modelId="{E30E434C-20BC-4F75-9317-8AFD98323A27}" type="pres">
      <dgm:prSet presAssocID="{C350A7D1-2900-4DAC-A291-487372AA39C5}" presName="compNode" presStyleCnt="0"/>
      <dgm:spPr/>
    </dgm:pt>
    <dgm:pt modelId="{4B084752-974D-4494-B0B1-4AA481F9B8D8}" type="pres">
      <dgm:prSet presAssocID="{C350A7D1-2900-4DAC-A291-487372AA39C5}" presName="bgRect" presStyleLbl="bgShp" presStyleIdx="1" presStyleCnt="4"/>
      <dgm:spPr/>
    </dgm:pt>
    <dgm:pt modelId="{704511AE-1780-40A9-BD3D-5E0A8709418D}" type="pres">
      <dgm:prSet presAssocID="{C350A7D1-2900-4DAC-A291-487372AA39C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B1BDDFC-E5CC-4290-8A37-71E7146DDA04}" type="pres">
      <dgm:prSet presAssocID="{C350A7D1-2900-4DAC-A291-487372AA39C5}" presName="spaceRect" presStyleCnt="0"/>
      <dgm:spPr/>
    </dgm:pt>
    <dgm:pt modelId="{158C1E8B-C138-4B2B-B81D-A3FF66CAC8BE}" type="pres">
      <dgm:prSet presAssocID="{C350A7D1-2900-4DAC-A291-487372AA39C5}" presName="parTx" presStyleLbl="revTx" presStyleIdx="1" presStyleCnt="4">
        <dgm:presLayoutVars>
          <dgm:chMax val="0"/>
          <dgm:chPref val="0"/>
        </dgm:presLayoutVars>
      </dgm:prSet>
      <dgm:spPr/>
    </dgm:pt>
    <dgm:pt modelId="{0A696A2E-95FF-4A0F-B2B0-393DF5E07DB4}" type="pres">
      <dgm:prSet presAssocID="{6F944D35-A9F7-43F3-BD51-C7F2BE75C27B}" presName="sibTrans" presStyleCnt="0"/>
      <dgm:spPr/>
    </dgm:pt>
    <dgm:pt modelId="{77B7705C-BF1F-482D-8F34-ABE1C497B696}" type="pres">
      <dgm:prSet presAssocID="{15BB885C-98E2-4C68-A675-FE38A4529619}" presName="compNode" presStyleCnt="0"/>
      <dgm:spPr/>
    </dgm:pt>
    <dgm:pt modelId="{6D3EEB38-8E8F-4453-AE44-FE95CF4310D4}" type="pres">
      <dgm:prSet presAssocID="{15BB885C-98E2-4C68-A675-FE38A4529619}" presName="bgRect" presStyleLbl="bgShp" presStyleIdx="2" presStyleCnt="4"/>
      <dgm:spPr/>
    </dgm:pt>
    <dgm:pt modelId="{F13F59D5-80FF-481E-9506-5AE051F9E622}" type="pres">
      <dgm:prSet presAssocID="{15BB885C-98E2-4C68-A675-FE38A45296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B9060120-B322-414C-92C7-F3C7AD4B8FAF}" type="pres">
      <dgm:prSet presAssocID="{15BB885C-98E2-4C68-A675-FE38A4529619}" presName="spaceRect" presStyleCnt="0"/>
      <dgm:spPr/>
    </dgm:pt>
    <dgm:pt modelId="{A16D3D48-DA89-43A8-BC7D-6BD2FE71B2A5}" type="pres">
      <dgm:prSet presAssocID="{15BB885C-98E2-4C68-A675-FE38A4529619}" presName="parTx" presStyleLbl="revTx" presStyleIdx="2" presStyleCnt="4">
        <dgm:presLayoutVars>
          <dgm:chMax val="0"/>
          <dgm:chPref val="0"/>
        </dgm:presLayoutVars>
      </dgm:prSet>
      <dgm:spPr/>
    </dgm:pt>
    <dgm:pt modelId="{081EF43C-6ABE-48C5-BA7B-AC5939F4FFD5}" type="pres">
      <dgm:prSet presAssocID="{43B7D348-D6EC-436A-B78B-8F7AECFC2F3D}" presName="sibTrans" presStyleCnt="0"/>
      <dgm:spPr/>
    </dgm:pt>
    <dgm:pt modelId="{BED6822F-DDFC-4FF7-B68F-210292A008CB}" type="pres">
      <dgm:prSet presAssocID="{79E3B223-8CE8-48CB-9A3D-4E351CFF0227}" presName="compNode" presStyleCnt="0"/>
      <dgm:spPr/>
    </dgm:pt>
    <dgm:pt modelId="{110C89B3-C083-4774-9433-B61C114CB6B6}" type="pres">
      <dgm:prSet presAssocID="{79E3B223-8CE8-48CB-9A3D-4E351CFF0227}" presName="bgRect" presStyleLbl="bgShp" presStyleIdx="3" presStyleCnt="4"/>
      <dgm:spPr/>
    </dgm:pt>
    <dgm:pt modelId="{2B76F581-5FB9-488C-B02C-51D6FBB48EBB}" type="pres">
      <dgm:prSet presAssocID="{79E3B223-8CE8-48CB-9A3D-4E351CFF02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7AABCC34-B526-4142-9D8E-BDE49B6AF350}" type="pres">
      <dgm:prSet presAssocID="{79E3B223-8CE8-48CB-9A3D-4E351CFF0227}" presName="spaceRect" presStyleCnt="0"/>
      <dgm:spPr/>
    </dgm:pt>
    <dgm:pt modelId="{1D02165A-424B-4B16-808B-0F2EB0C64045}" type="pres">
      <dgm:prSet presAssocID="{79E3B223-8CE8-48CB-9A3D-4E351CFF022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D8E5932-1B3F-4296-8EB8-B5A0DD776E12}" type="presOf" srcId="{15BB885C-98E2-4C68-A675-FE38A4529619}" destId="{A16D3D48-DA89-43A8-BC7D-6BD2FE71B2A5}" srcOrd="0" destOrd="0" presId="urn:microsoft.com/office/officeart/2018/2/layout/IconVerticalSolidList"/>
    <dgm:cxn modelId="{BCBCD262-7E44-4201-AFC4-CF33AE838E04}" type="presOf" srcId="{79E3B223-8CE8-48CB-9A3D-4E351CFF0227}" destId="{1D02165A-424B-4B16-808B-0F2EB0C64045}" srcOrd="0" destOrd="0" presId="urn:microsoft.com/office/officeart/2018/2/layout/IconVerticalSolidList"/>
    <dgm:cxn modelId="{844EAA45-567C-4837-930E-21795AC77102}" srcId="{873F5FD4-C9D6-4613-B080-229918A816BF}" destId="{C350A7D1-2900-4DAC-A291-487372AA39C5}" srcOrd="1" destOrd="0" parTransId="{6B8D106E-6BB7-4844-A421-8E1F5615E114}" sibTransId="{6F944D35-A9F7-43F3-BD51-C7F2BE75C27B}"/>
    <dgm:cxn modelId="{CA4ED76C-03CB-4052-B967-82B7274D7DFC}" type="presOf" srcId="{7B231D5F-4FF9-47EC-B8CA-CA442701C0C8}" destId="{C056532A-65D3-4C86-A609-5447D9939FE9}" srcOrd="0" destOrd="0" presId="urn:microsoft.com/office/officeart/2018/2/layout/IconVerticalSolidList"/>
    <dgm:cxn modelId="{B575CB6D-2DB6-4CFD-B2E3-6DB099DFADE3}" srcId="{873F5FD4-C9D6-4613-B080-229918A816BF}" destId="{15BB885C-98E2-4C68-A675-FE38A4529619}" srcOrd="2" destOrd="0" parTransId="{BBFB8B81-33DF-4727-89D6-9219C08067FF}" sibTransId="{43B7D348-D6EC-436A-B78B-8F7AECFC2F3D}"/>
    <dgm:cxn modelId="{0892B073-6A1D-4D97-B4CB-292E07C82312}" type="presOf" srcId="{873F5FD4-C9D6-4613-B080-229918A816BF}" destId="{6D0B0472-F6D6-4D09-A053-F49444938A96}" srcOrd="0" destOrd="0" presId="urn:microsoft.com/office/officeart/2018/2/layout/IconVerticalSolidList"/>
    <dgm:cxn modelId="{7265727B-651B-4E51-9709-ED842B927B12}" srcId="{873F5FD4-C9D6-4613-B080-229918A816BF}" destId="{79E3B223-8CE8-48CB-9A3D-4E351CFF0227}" srcOrd="3" destOrd="0" parTransId="{5712F26F-DA95-46ED-AA69-8AA4C14B234E}" sibTransId="{93600C30-FCB1-4AB3-9CE9-0074B38BBC11}"/>
    <dgm:cxn modelId="{63820A84-2CD8-4A2F-BE33-40F81855F178}" srcId="{873F5FD4-C9D6-4613-B080-229918A816BF}" destId="{7B231D5F-4FF9-47EC-B8CA-CA442701C0C8}" srcOrd="0" destOrd="0" parTransId="{9AE318EF-DE15-4C18-B495-9C8BBE9995D1}" sibTransId="{4A22BDA2-6168-4F65-8AED-4071C8DD840A}"/>
    <dgm:cxn modelId="{667230EA-3BCF-4C1E-A397-66B2A4326F86}" type="presOf" srcId="{C350A7D1-2900-4DAC-A291-487372AA39C5}" destId="{158C1E8B-C138-4B2B-B81D-A3FF66CAC8BE}" srcOrd="0" destOrd="0" presId="urn:microsoft.com/office/officeart/2018/2/layout/IconVerticalSolidList"/>
    <dgm:cxn modelId="{3B43A585-AC62-4154-99C8-4AA1EAF67436}" type="presParOf" srcId="{6D0B0472-F6D6-4D09-A053-F49444938A96}" destId="{EB835C86-38C3-4051-B57B-5E6B889F676C}" srcOrd="0" destOrd="0" presId="urn:microsoft.com/office/officeart/2018/2/layout/IconVerticalSolidList"/>
    <dgm:cxn modelId="{781A03C3-02BC-469E-8D83-7C559F17C5AC}" type="presParOf" srcId="{EB835C86-38C3-4051-B57B-5E6B889F676C}" destId="{56C898D9-DA17-4CD0-BCDB-0A4CE2B215E5}" srcOrd="0" destOrd="0" presId="urn:microsoft.com/office/officeart/2018/2/layout/IconVerticalSolidList"/>
    <dgm:cxn modelId="{A1D52F08-333F-45D3-A800-271932463826}" type="presParOf" srcId="{EB835C86-38C3-4051-B57B-5E6B889F676C}" destId="{9B7FB403-CF09-49C0-A07D-D0021BBD6F0C}" srcOrd="1" destOrd="0" presId="urn:microsoft.com/office/officeart/2018/2/layout/IconVerticalSolidList"/>
    <dgm:cxn modelId="{8AC6E6AB-D58A-4B61-80C1-7ECFDC24AB60}" type="presParOf" srcId="{EB835C86-38C3-4051-B57B-5E6B889F676C}" destId="{035AC0FD-0AC4-4CBB-9C52-38DB22BAB5AA}" srcOrd="2" destOrd="0" presId="urn:microsoft.com/office/officeart/2018/2/layout/IconVerticalSolidList"/>
    <dgm:cxn modelId="{BCC9B27A-B0DC-45DC-84E9-EC2C3E9EF2AC}" type="presParOf" srcId="{EB835C86-38C3-4051-B57B-5E6B889F676C}" destId="{C056532A-65D3-4C86-A609-5447D9939FE9}" srcOrd="3" destOrd="0" presId="urn:microsoft.com/office/officeart/2018/2/layout/IconVerticalSolidList"/>
    <dgm:cxn modelId="{C6E1F6B7-EAF9-4F09-B857-B93028EDA83D}" type="presParOf" srcId="{6D0B0472-F6D6-4D09-A053-F49444938A96}" destId="{A7E6E746-7B72-42B7-89D0-8318E53460D6}" srcOrd="1" destOrd="0" presId="urn:microsoft.com/office/officeart/2018/2/layout/IconVerticalSolidList"/>
    <dgm:cxn modelId="{57AB77BB-E1FD-46F9-8C21-4989643DD087}" type="presParOf" srcId="{6D0B0472-F6D6-4D09-A053-F49444938A96}" destId="{E30E434C-20BC-4F75-9317-8AFD98323A27}" srcOrd="2" destOrd="0" presId="urn:microsoft.com/office/officeart/2018/2/layout/IconVerticalSolidList"/>
    <dgm:cxn modelId="{AFFE26BE-C54A-4DCB-BB00-3A5860D458FC}" type="presParOf" srcId="{E30E434C-20BC-4F75-9317-8AFD98323A27}" destId="{4B084752-974D-4494-B0B1-4AA481F9B8D8}" srcOrd="0" destOrd="0" presId="urn:microsoft.com/office/officeart/2018/2/layout/IconVerticalSolidList"/>
    <dgm:cxn modelId="{1845AC98-94A2-4C8F-8667-B0DE8CB1AEB0}" type="presParOf" srcId="{E30E434C-20BC-4F75-9317-8AFD98323A27}" destId="{704511AE-1780-40A9-BD3D-5E0A8709418D}" srcOrd="1" destOrd="0" presId="urn:microsoft.com/office/officeart/2018/2/layout/IconVerticalSolidList"/>
    <dgm:cxn modelId="{0FB7BBBC-3680-4D6B-85A0-0CEAA3E8D96E}" type="presParOf" srcId="{E30E434C-20BC-4F75-9317-8AFD98323A27}" destId="{7B1BDDFC-E5CC-4290-8A37-71E7146DDA04}" srcOrd="2" destOrd="0" presId="urn:microsoft.com/office/officeart/2018/2/layout/IconVerticalSolidList"/>
    <dgm:cxn modelId="{BE51C802-55EC-4E34-A333-C4285382F0D7}" type="presParOf" srcId="{E30E434C-20BC-4F75-9317-8AFD98323A27}" destId="{158C1E8B-C138-4B2B-B81D-A3FF66CAC8BE}" srcOrd="3" destOrd="0" presId="urn:microsoft.com/office/officeart/2018/2/layout/IconVerticalSolidList"/>
    <dgm:cxn modelId="{2C35A805-1512-48B5-9A3E-B599021329AF}" type="presParOf" srcId="{6D0B0472-F6D6-4D09-A053-F49444938A96}" destId="{0A696A2E-95FF-4A0F-B2B0-393DF5E07DB4}" srcOrd="3" destOrd="0" presId="urn:microsoft.com/office/officeart/2018/2/layout/IconVerticalSolidList"/>
    <dgm:cxn modelId="{FE225454-4BAA-494B-9126-F2DF07407123}" type="presParOf" srcId="{6D0B0472-F6D6-4D09-A053-F49444938A96}" destId="{77B7705C-BF1F-482D-8F34-ABE1C497B696}" srcOrd="4" destOrd="0" presId="urn:microsoft.com/office/officeart/2018/2/layout/IconVerticalSolidList"/>
    <dgm:cxn modelId="{E0A6F30C-3F05-43AC-8513-ADFC94A1CEBF}" type="presParOf" srcId="{77B7705C-BF1F-482D-8F34-ABE1C497B696}" destId="{6D3EEB38-8E8F-4453-AE44-FE95CF4310D4}" srcOrd="0" destOrd="0" presId="urn:microsoft.com/office/officeart/2018/2/layout/IconVerticalSolidList"/>
    <dgm:cxn modelId="{1300A270-EF4B-4929-9954-FC7A1972156D}" type="presParOf" srcId="{77B7705C-BF1F-482D-8F34-ABE1C497B696}" destId="{F13F59D5-80FF-481E-9506-5AE051F9E622}" srcOrd="1" destOrd="0" presId="urn:microsoft.com/office/officeart/2018/2/layout/IconVerticalSolidList"/>
    <dgm:cxn modelId="{B332145B-9480-4AB3-B621-39674F7500AA}" type="presParOf" srcId="{77B7705C-BF1F-482D-8F34-ABE1C497B696}" destId="{B9060120-B322-414C-92C7-F3C7AD4B8FAF}" srcOrd="2" destOrd="0" presId="urn:microsoft.com/office/officeart/2018/2/layout/IconVerticalSolidList"/>
    <dgm:cxn modelId="{7C951348-6CC3-466B-9198-948DCEC9B85D}" type="presParOf" srcId="{77B7705C-BF1F-482D-8F34-ABE1C497B696}" destId="{A16D3D48-DA89-43A8-BC7D-6BD2FE71B2A5}" srcOrd="3" destOrd="0" presId="urn:microsoft.com/office/officeart/2018/2/layout/IconVerticalSolidList"/>
    <dgm:cxn modelId="{B76D7349-7988-47A4-9A7A-8B5CE7C22BD9}" type="presParOf" srcId="{6D0B0472-F6D6-4D09-A053-F49444938A96}" destId="{081EF43C-6ABE-48C5-BA7B-AC5939F4FFD5}" srcOrd="5" destOrd="0" presId="urn:microsoft.com/office/officeart/2018/2/layout/IconVerticalSolidList"/>
    <dgm:cxn modelId="{F6451329-1BAC-4F79-9A35-B3A4AB44A2BB}" type="presParOf" srcId="{6D0B0472-F6D6-4D09-A053-F49444938A96}" destId="{BED6822F-DDFC-4FF7-B68F-210292A008CB}" srcOrd="6" destOrd="0" presId="urn:microsoft.com/office/officeart/2018/2/layout/IconVerticalSolidList"/>
    <dgm:cxn modelId="{CED92D03-2F79-4DEB-A37C-5E6C17CA2B34}" type="presParOf" srcId="{BED6822F-DDFC-4FF7-B68F-210292A008CB}" destId="{110C89B3-C083-4774-9433-B61C114CB6B6}" srcOrd="0" destOrd="0" presId="urn:microsoft.com/office/officeart/2018/2/layout/IconVerticalSolidList"/>
    <dgm:cxn modelId="{A1F98E6B-1A99-4A3B-90AB-36C94F03C506}" type="presParOf" srcId="{BED6822F-DDFC-4FF7-B68F-210292A008CB}" destId="{2B76F581-5FB9-488C-B02C-51D6FBB48EBB}" srcOrd="1" destOrd="0" presId="urn:microsoft.com/office/officeart/2018/2/layout/IconVerticalSolidList"/>
    <dgm:cxn modelId="{5BBAB9DF-1E6E-47C0-A4E8-952516D1BD90}" type="presParOf" srcId="{BED6822F-DDFC-4FF7-B68F-210292A008CB}" destId="{7AABCC34-B526-4142-9D8E-BDE49B6AF350}" srcOrd="2" destOrd="0" presId="urn:microsoft.com/office/officeart/2018/2/layout/IconVerticalSolidList"/>
    <dgm:cxn modelId="{A3514541-2A42-4175-9EB9-82AFE8833621}" type="presParOf" srcId="{BED6822F-DDFC-4FF7-B68F-210292A008CB}" destId="{1D02165A-424B-4B16-808B-0F2EB0C640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61E8031-123D-4AFC-BEA8-4AD6AE6527A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DC44329-F4B6-4072-A1CA-7FFF6B23D75F}">
      <dgm:prSet/>
      <dgm:spPr/>
      <dgm:t>
        <a:bodyPr/>
        <a:lstStyle/>
        <a:p>
          <a:r>
            <a:rPr lang="en-US" b="0" i="0"/>
            <a:t>Role-based access control</a:t>
          </a:r>
          <a:endParaRPr lang="en-US"/>
        </a:p>
      </dgm:t>
    </dgm:pt>
    <dgm:pt modelId="{1751CB84-AD7C-4725-891E-CFB5EB6ED3EB}" type="parTrans" cxnId="{D27D6B2E-09E9-446E-BF63-5FD44B90E324}">
      <dgm:prSet/>
      <dgm:spPr/>
      <dgm:t>
        <a:bodyPr/>
        <a:lstStyle/>
        <a:p>
          <a:endParaRPr lang="en-US"/>
        </a:p>
      </dgm:t>
    </dgm:pt>
    <dgm:pt modelId="{ADC374FA-485F-48B4-8F45-306FD1C899D3}" type="sibTrans" cxnId="{D27D6B2E-09E9-446E-BF63-5FD44B90E324}">
      <dgm:prSet/>
      <dgm:spPr/>
      <dgm:t>
        <a:bodyPr/>
        <a:lstStyle/>
        <a:p>
          <a:endParaRPr lang="en-US"/>
        </a:p>
      </dgm:t>
    </dgm:pt>
    <dgm:pt modelId="{FBC31520-12EC-48B8-AAB1-A9833AAC347D}">
      <dgm:prSet/>
      <dgm:spPr/>
      <dgm:t>
        <a:bodyPr/>
        <a:lstStyle/>
        <a:p>
          <a:r>
            <a:rPr lang="en-US" b="0" i="0"/>
            <a:t>Least privilege principle</a:t>
          </a:r>
          <a:endParaRPr lang="en-US"/>
        </a:p>
      </dgm:t>
    </dgm:pt>
    <dgm:pt modelId="{0C809745-E28E-44BF-8092-26B6D1BF2EB9}" type="parTrans" cxnId="{99D427D0-A3B7-42A4-9B7F-D4A17BEA26F0}">
      <dgm:prSet/>
      <dgm:spPr/>
      <dgm:t>
        <a:bodyPr/>
        <a:lstStyle/>
        <a:p>
          <a:endParaRPr lang="en-US"/>
        </a:p>
      </dgm:t>
    </dgm:pt>
    <dgm:pt modelId="{8FF1029E-9641-4622-8DAC-AD590A9956BB}" type="sibTrans" cxnId="{99D427D0-A3B7-42A4-9B7F-D4A17BEA26F0}">
      <dgm:prSet/>
      <dgm:spPr/>
      <dgm:t>
        <a:bodyPr/>
        <a:lstStyle/>
        <a:p>
          <a:endParaRPr lang="en-US"/>
        </a:p>
      </dgm:t>
    </dgm:pt>
    <dgm:pt modelId="{AE3803E3-4F76-45DD-A068-BF08259F4538}">
      <dgm:prSet/>
      <dgm:spPr/>
      <dgm:t>
        <a:bodyPr/>
        <a:lstStyle/>
        <a:p>
          <a:r>
            <a:rPr lang="en-US" b="0" i="0"/>
            <a:t>Improves security</a:t>
          </a:r>
          <a:endParaRPr lang="en-US"/>
        </a:p>
      </dgm:t>
    </dgm:pt>
    <dgm:pt modelId="{CD5797B6-AF40-4A30-A30B-FAFDB12A5ED4}" type="parTrans" cxnId="{919DBBBC-4D85-45ED-A4E1-02A49C263724}">
      <dgm:prSet/>
      <dgm:spPr/>
      <dgm:t>
        <a:bodyPr/>
        <a:lstStyle/>
        <a:p>
          <a:endParaRPr lang="en-US"/>
        </a:p>
      </dgm:t>
    </dgm:pt>
    <dgm:pt modelId="{CA8D99D6-75FC-4466-A644-CB44D6573EB6}" type="sibTrans" cxnId="{919DBBBC-4D85-45ED-A4E1-02A49C263724}">
      <dgm:prSet/>
      <dgm:spPr/>
      <dgm:t>
        <a:bodyPr/>
        <a:lstStyle/>
        <a:p>
          <a:endParaRPr lang="en-US"/>
        </a:p>
      </dgm:t>
    </dgm:pt>
    <dgm:pt modelId="{026B0293-EEF3-4FD4-92C0-8885EDE8BA76}">
      <dgm:prSet/>
      <dgm:spPr/>
      <dgm:t>
        <a:bodyPr/>
        <a:lstStyle/>
        <a:p>
          <a:r>
            <a:rPr lang="en-US" b="0" i="0"/>
            <a:t>Example: Helpdesk resets passwords only</a:t>
          </a:r>
          <a:endParaRPr lang="en-US"/>
        </a:p>
      </dgm:t>
    </dgm:pt>
    <dgm:pt modelId="{462F3054-990D-46BE-890A-72753DB8A2BA}" type="parTrans" cxnId="{42881313-4AAE-4E19-9B1E-B7AC3DD5AB02}">
      <dgm:prSet/>
      <dgm:spPr/>
      <dgm:t>
        <a:bodyPr/>
        <a:lstStyle/>
        <a:p>
          <a:endParaRPr lang="en-US"/>
        </a:p>
      </dgm:t>
    </dgm:pt>
    <dgm:pt modelId="{AB4E30A1-CB0E-423B-9A24-0D44B74005E8}" type="sibTrans" cxnId="{42881313-4AAE-4E19-9B1E-B7AC3DD5AB02}">
      <dgm:prSet/>
      <dgm:spPr/>
      <dgm:t>
        <a:bodyPr/>
        <a:lstStyle/>
        <a:p>
          <a:endParaRPr lang="en-US"/>
        </a:p>
      </dgm:t>
    </dgm:pt>
    <dgm:pt modelId="{BC8D8B32-FA32-4341-A60A-09FBEFD9D178}" type="pres">
      <dgm:prSet presAssocID="{C61E8031-123D-4AFC-BEA8-4AD6AE6527A9}" presName="outerComposite" presStyleCnt="0">
        <dgm:presLayoutVars>
          <dgm:chMax val="5"/>
          <dgm:dir/>
          <dgm:resizeHandles val="exact"/>
        </dgm:presLayoutVars>
      </dgm:prSet>
      <dgm:spPr/>
    </dgm:pt>
    <dgm:pt modelId="{3DA68EB4-7A08-4621-AE1A-11DF8A7962F3}" type="pres">
      <dgm:prSet presAssocID="{C61E8031-123D-4AFC-BEA8-4AD6AE6527A9}" presName="dummyMaxCanvas" presStyleCnt="0">
        <dgm:presLayoutVars/>
      </dgm:prSet>
      <dgm:spPr/>
    </dgm:pt>
    <dgm:pt modelId="{C0F7C7F9-8E0B-4C23-BD44-FC8767954F87}" type="pres">
      <dgm:prSet presAssocID="{C61E8031-123D-4AFC-BEA8-4AD6AE6527A9}" presName="FourNodes_1" presStyleLbl="node1" presStyleIdx="0" presStyleCnt="4">
        <dgm:presLayoutVars>
          <dgm:bulletEnabled val="1"/>
        </dgm:presLayoutVars>
      </dgm:prSet>
      <dgm:spPr/>
    </dgm:pt>
    <dgm:pt modelId="{0D4C0181-181B-4D04-AE58-1A166C4AFC8F}" type="pres">
      <dgm:prSet presAssocID="{C61E8031-123D-4AFC-BEA8-4AD6AE6527A9}" presName="FourNodes_2" presStyleLbl="node1" presStyleIdx="1" presStyleCnt="4">
        <dgm:presLayoutVars>
          <dgm:bulletEnabled val="1"/>
        </dgm:presLayoutVars>
      </dgm:prSet>
      <dgm:spPr/>
    </dgm:pt>
    <dgm:pt modelId="{7B013D7A-CE6E-48D6-9610-05B544672573}" type="pres">
      <dgm:prSet presAssocID="{C61E8031-123D-4AFC-BEA8-4AD6AE6527A9}" presName="FourNodes_3" presStyleLbl="node1" presStyleIdx="2" presStyleCnt="4">
        <dgm:presLayoutVars>
          <dgm:bulletEnabled val="1"/>
        </dgm:presLayoutVars>
      </dgm:prSet>
      <dgm:spPr/>
    </dgm:pt>
    <dgm:pt modelId="{0D198476-6447-4AD7-AFA7-1A168407C12B}" type="pres">
      <dgm:prSet presAssocID="{C61E8031-123D-4AFC-BEA8-4AD6AE6527A9}" presName="FourNodes_4" presStyleLbl="node1" presStyleIdx="3" presStyleCnt="4">
        <dgm:presLayoutVars>
          <dgm:bulletEnabled val="1"/>
        </dgm:presLayoutVars>
      </dgm:prSet>
      <dgm:spPr/>
    </dgm:pt>
    <dgm:pt modelId="{429FBA4B-F7A2-4537-921B-75C384CF1F7F}" type="pres">
      <dgm:prSet presAssocID="{C61E8031-123D-4AFC-BEA8-4AD6AE6527A9}" presName="FourConn_1-2" presStyleLbl="fgAccFollowNode1" presStyleIdx="0" presStyleCnt="3">
        <dgm:presLayoutVars>
          <dgm:bulletEnabled val="1"/>
        </dgm:presLayoutVars>
      </dgm:prSet>
      <dgm:spPr/>
    </dgm:pt>
    <dgm:pt modelId="{9261BA1E-1CA8-4F64-9312-62F7C1876521}" type="pres">
      <dgm:prSet presAssocID="{C61E8031-123D-4AFC-BEA8-4AD6AE6527A9}" presName="FourConn_2-3" presStyleLbl="fgAccFollowNode1" presStyleIdx="1" presStyleCnt="3">
        <dgm:presLayoutVars>
          <dgm:bulletEnabled val="1"/>
        </dgm:presLayoutVars>
      </dgm:prSet>
      <dgm:spPr/>
    </dgm:pt>
    <dgm:pt modelId="{DBA1C486-F67E-44F7-80CA-72FC25F1D739}" type="pres">
      <dgm:prSet presAssocID="{C61E8031-123D-4AFC-BEA8-4AD6AE6527A9}" presName="FourConn_3-4" presStyleLbl="fgAccFollowNode1" presStyleIdx="2" presStyleCnt="3">
        <dgm:presLayoutVars>
          <dgm:bulletEnabled val="1"/>
        </dgm:presLayoutVars>
      </dgm:prSet>
      <dgm:spPr/>
    </dgm:pt>
    <dgm:pt modelId="{0C61832D-A425-404D-9475-D20A25A705CD}" type="pres">
      <dgm:prSet presAssocID="{C61E8031-123D-4AFC-BEA8-4AD6AE6527A9}" presName="FourNodes_1_text" presStyleLbl="node1" presStyleIdx="3" presStyleCnt="4">
        <dgm:presLayoutVars>
          <dgm:bulletEnabled val="1"/>
        </dgm:presLayoutVars>
      </dgm:prSet>
      <dgm:spPr/>
    </dgm:pt>
    <dgm:pt modelId="{2B62D05B-1A60-4828-B4F9-AE73E0762496}" type="pres">
      <dgm:prSet presAssocID="{C61E8031-123D-4AFC-BEA8-4AD6AE6527A9}" presName="FourNodes_2_text" presStyleLbl="node1" presStyleIdx="3" presStyleCnt="4">
        <dgm:presLayoutVars>
          <dgm:bulletEnabled val="1"/>
        </dgm:presLayoutVars>
      </dgm:prSet>
      <dgm:spPr/>
    </dgm:pt>
    <dgm:pt modelId="{F61F670C-97F2-4DF2-A7FD-131479C86F2E}" type="pres">
      <dgm:prSet presAssocID="{C61E8031-123D-4AFC-BEA8-4AD6AE6527A9}" presName="FourNodes_3_text" presStyleLbl="node1" presStyleIdx="3" presStyleCnt="4">
        <dgm:presLayoutVars>
          <dgm:bulletEnabled val="1"/>
        </dgm:presLayoutVars>
      </dgm:prSet>
      <dgm:spPr/>
    </dgm:pt>
    <dgm:pt modelId="{0E43EF68-5AFF-42E7-AE0D-0239D1FFFC7A}" type="pres">
      <dgm:prSet presAssocID="{C61E8031-123D-4AFC-BEA8-4AD6AE6527A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6A56C08-0E81-4BEE-BC86-7E01CB866E1A}" type="presOf" srcId="{CA8D99D6-75FC-4466-A644-CB44D6573EB6}" destId="{DBA1C486-F67E-44F7-80CA-72FC25F1D739}" srcOrd="0" destOrd="0" presId="urn:microsoft.com/office/officeart/2005/8/layout/vProcess5"/>
    <dgm:cxn modelId="{2E8DA00C-2B7A-43E5-9ACA-AC536815A678}" type="presOf" srcId="{AE3803E3-4F76-45DD-A068-BF08259F4538}" destId="{7B013D7A-CE6E-48D6-9610-05B544672573}" srcOrd="0" destOrd="0" presId="urn:microsoft.com/office/officeart/2005/8/layout/vProcess5"/>
    <dgm:cxn modelId="{42881313-4AAE-4E19-9B1E-B7AC3DD5AB02}" srcId="{C61E8031-123D-4AFC-BEA8-4AD6AE6527A9}" destId="{026B0293-EEF3-4FD4-92C0-8885EDE8BA76}" srcOrd="3" destOrd="0" parTransId="{462F3054-990D-46BE-890A-72753DB8A2BA}" sibTransId="{AB4E30A1-CB0E-423B-9A24-0D44B74005E8}"/>
    <dgm:cxn modelId="{60ADBA28-7675-4FBB-9302-0D2EC11E513D}" type="presOf" srcId="{FBC31520-12EC-48B8-AAB1-A9833AAC347D}" destId="{2B62D05B-1A60-4828-B4F9-AE73E0762496}" srcOrd="1" destOrd="0" presId="urn:microsoft.com/office/officeart/2005/8/layout/vProcess5"/>
    <dgm:cxn modelId="{D27D6B2E-09E9-446E-BF63-5FD44B90E324}" srcId="{C61E8031-123D-4AFC-BEA8-4AD6AE6527A9}" destId="{9DC44329-F4B6-4072-A1CA-7FFF6B23D75F}" srcOrd="0" destOrd="0" parTransId="{1751CB84-AD7C-4725-891E-CFB5EB6ED3EB}" sibTransId="{ADC374FA-485F-48B4-8F45-306FD1C899D3}"/>
    <dgm:cxn modelId="{3105C545-5BF7-492E-8351-BFC60EAA1600}" type="presOf" srcId="{ADC374FA-485F-48B4-8F45-306FD1C899D3}" destId="{429FBA4B-F7A2-4537-921B-75C384CF1F7F}" srcOrd="0" destOrd="0" presId="urn:microsoft.com/office/officeart/2005/8/layout/vProcess5"/>
    <dgm:cxn modelId="{88636053-143A-48FE-B11B-6DA39F5E18FE}" type="presOf" srcId="{8FF1029E-9641-4622-8DAC-AD590A9956BB}" destId="{9261BA1E-1CA8-4F64-9312-62F7C1876521}" srcOrd="0" destOrd="0" presId="urn:microsoft.com/office/officeart/2005/8/layout/vProcess5"/>
    <dgm:cxn modelId="{D11E2783-6215-4890-9082-4988E3B890A7}" type="presOf" srcId="{AE3803E3-4F76-45DD-A068-BF08259F4538}" destId="{F61F670C-97F2-4DF2-A7FD-131479C86F2E}" srcOrd="1" destOrd="0" presId="urn:microsoft.com/office/officeart/2005/8/layout/vProcess5"/>
    <dgm:cxn modelId="{C0C96298-373E-4CFA-926C-82E30072B6DD}" type="presOf" srcId="{C61E8031-123D-4AFC-BEA8-4AD6AE6527A9}" destId="{BC8D8B32-FA32-4341-A60A-09FBEFD9D178}" srcOrd="0" destOrd="0" presId="urn:microsoft.com/office/officeart/2005/8/layout/vProcess5"/>
    <dgm:cxn modelId="{7279AA99-FCEF-4CC5-A170-5566001D7C62}" type="presOf" srcId="{026B0293-EEF3-4FD4-92C0-8885EDE8BA76}" destId="{0E43EF68-5AFF-42E7-AE0D-0239D1FFFC7A}" srcOrd="1" destOrd="0" presId="urn:microsoft.com/office/officeart/2005/8/layout/vProcess5"/>
    <dgm:cxn modelId="{919DBBBC-4D85-45ED-A4E1-02A49C263724}" srcId="{C61E8031-123D-4AFC-BEA8-4AD6AE6527A9}" destId="{AE3803E3-4F76-45DD-A068-BF08259F4538}" srcOrd="2" destOrd="0" parTransId="{CD5797B6-AF40-4A30-A30B-FAFDB12A5ED4}" sibTransId="{CA8D99D6-75FC-4466-A644-CB44D6573EB6}"/>
    <dgm:cxn modelId="{99D427D0-A3B7-42A4-9B7F-D4A17BEA26F0}" srcId="{C61E8031-123D-4AFC-BEA8-4AD6AE6527A9}" destId="{FBC31520-12EC-48B8-AAB1-A9833AAC347D}" srcOrd="1" destOrd="0" parTransId="{0C809745-E28E-44BF-8092-26B6D1BF2EB9}" sibTransId="{8FF1029E-9641-4622-8DAC-AD590A9956BB}"/>
    <dgm:cxn modelId="{EA4C23E6-7D8D-4EBE-BDCB-5B36E259DE89}" type="presOf" srcId="{9DC44329-F4B6-4072-A1CA-7FFF6B23D75F}" destId="{C0F7C7F9-8E0B-4C23-BD44-FC8767954F87}" srcOrd="0" destOrd="0" presId="urn:microsoft.com/office/officeart/2005/8/layout/vProcess5"/>
    <dgm:cxn modelId="{11A827E8-DBFA-4045-8E9A-346D6038AF24}" type="presOf" srcId="{026B0293-EEF3-4FD4-92C0-8885EDE8BA76}" destId="{0D198476-6447-4AD7-AFA7-1A168407C12B}" srcOrd="0" destOrd="0" presId="urn:microsoft.com/office/officeart/2005/8/layout/vProcess5"/>
    <dgm:cxn modelId="{086B02F1-2602-4C0C-8A69-87D5A1B2F2D8}" type="presOf" srcId="{FBC31520-12EC-48B8-AAB1-A9833AAC347D}" destId="{0D4C0181-181B-4D04-AE58-1A166C4AFC8F}" srcOrd="0" destOrd="0" presId="urn:microsoft.com/office/officeart/2005/8/layout/vProcess5"/>
    <dgm:cxn modelId="{8C7FE1F9-1D66-4675-A0B0-9F35DF81767D}" type="presOf" srcId="{9DC44329-F4B6-4072-A1CA-7FFF6B23D75F}" destId="{0C61832D-A425-404D-9475-D20A25A705CD}" srcOrd="1" destOrd="0" presId="urn:microsoft.com/office/officeart/2005/8/layout/vProcess5"/>
    <dgm:cxn modelId="{E73D616C-D0B7-4AEA-8A28-09420E69BD02}" type="presParOf" srcId="{BC8D8B32-FA32-4341-A60A-09FBEFD9D178}" destId="{3DA68EB4-7A08-4621-AE1A-11DF8A7962F3}" srcOrd="0" destOrd="0" presId="urn:microsoft.com/office/officeart/2005/8/layout/vProcess5"/>
    <dgm:cxn modelId="{D675058C-E252-451C-944B-3444BACAF9DC}" type="presParOf" srcId="{BC8D8B32-FA32-4341-A60A-09FBEFD9D178}" destId="{C0F7C7F9-8E0B-4C23-BD44-FC8767954F87}" srcOrd="1" destOrd="0" presId="urn:microsoft.com/office/officeart/2005/8/layout/vProcess5"/>
    <dgm:cxn modelId="{A86BAEA0-ED41-480F-9256-08C4C750544D}" type="presParOf" srcId="{BC8D8B32-FA32-4341-A60A-09FBEFD9D178}" destId="{0D4C0181-181B-4D04-AE58-1A166C4AFC8F}" srcOrd="2" destOrd="0" presId="urn:microsoft.com/office/officeart/2005/8/layout/vProcess5"/>
    <dgm:cxn modelId="{8A819784-0272-4FF0-AAD5-CE4D2C0AC180}" type="presParOf" srcId="{BC8D8B32-FA32-4341-A60A-09FBEFD9D178}" destId="{7B013D7A-CE6E-48D6-9610-05B544672573}" srcOrd="3" destOrd="0" presId="urn:microsoft.com/office/officeart/2005/8/layout/vProcess5"/>
    <dgm:cxn modelId="{07069C88-6C8E-47E5-BBC2-A2D868211150}" type="presParOf" srcId="{BC8D8B32-FA32-4341-A60A-09FBEFD9D178}" destId="{0D198476-6447-4AD7-AFA7-1A168407C12B}" srcOrd="4" destOrd="0" presId="urn:microsoft.com/office/officeart/2005/8/layout/vProcess5"/>
    <dgm:cxn modelId="{8C714F74-0B90-4800-82D6-904F53325056}" type="presParOf" srcId="{BC8D8B32-FA32-4341-A60A-09FBEFD9D178}" destId="{429FBA4B-F7A2-4537-921B-75C384CF1F7F}" srcOrd="5" destOrd="0" presId="urn:microsoft.com/office/officeart/2005/8/layout/vProcess5"/>
    <dgm:cxn modelId="{8388B1A7-0413-40D1-BD4D-E9D91F2819A8}" type="presParOf" srcId="{BC8D8B32-FA32-4341-A60A-09FBEFD9D178}" destId="{9261BA1E-1CA8-4F64-9312-62F7C1876521}" srcOrd="6" destOrd="0" presId="urn:microsoft.com/office/officeart/2005/8/layout/vProcess5"/>
    <dgm:cxn modelId="{F7328840-A2DB-4595-88F6-3243D596D86D}" type="presParOf" srcId="{BC8D8B32-FA32-4341-A60A-09FBEFD9D178}" destId="{DBA1C486-F67E-44F7-80CA-72FC25F1D739}" srcOrd="7" destOrd="0" presId="urn:microsoft.com/office/officeart/2005/8/layout/vProcess5"/>
    <dgm:cxn modelId="{042A7A00-4159-4A92-B35E-A44E2CA91378}" type="presParOf" srcId="{BC8D8B32-FA32-4341-A60A-09FBEFD9D178}" destId="{0C61832D-A425-404D-9475-D20A25A705CD}" srcOrd="8" destOrd="0" presId="urn:microsoft.com/office/officeart/2005/8/layout/vProcess5"/>
    <dgm:cxn modelId="{EB18B1BD-E3CB-45A7-8A0C-A33F57B994D6}" type="presParOf" srcId="{BC8D8B32-FA32-4341-A60A-09FBEFD9D178}" destId="{2B62D05B-1A60-4828-B4F9-AE73E0762496}" srcOrd="9" destOrd="0" presId="urn:microsoft.com/office/officeart/2005/8/layout/vProcess5"/>
    <dgm:cxn modelId="{8491ACC3-D9AA-45AA-ABF0-897A590B0EB5}" type="presParOf" srcId="{BC8D8B32-FA32-4341-A60A-09FBEFD9D178}" destId="{F61F670C-97F2-4DF2-A7FD-131479C86F2E}" srcOrd="10" destOrd="0" presId="urn:microsoft.com/office/officeart/2005/8/layout/vProcess5"/>
    <dgm:cxn modelId="{DFB01EE5-240B-4288-8A98-22A6CEF36F9C}" type="presParOf" srcId="{BC8D8B32-FA32-4341-A60A-09FBEFD9D178}" destId="{0E43EF68-5AFF-42E7-AE0D-0239D1FFFC7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337B0FA-C256-4634-9EF5-6D58C2724B4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7B7D1C-BCB6-469C-A837-B9045E9004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Security-first mindset</a:t>
          </a:r>
          <a:endParaRPr lang="en-US"/>
        </a:p>
      </dgm:t>
    </dgm:pt>
    <dgm:pt modelId="{6FC65BAB-46E4-45D1-9D18-501A08F78854}" type="parTrans" cxnId="{002DF96A-43ED-4536-AADD-8CBC8FFFCE04}">
      <dgm:prSet/>
      <dgm:spPr/>
      <dgm:t>
        <a:bodyPr/>
        <a:lstStyle/>
        <a:p>
          <a:endParaRPr lang="en-US"/>
        </a:p>
      </dgm:t>
    </dgm:pt>
    <dgm:pt modelId="{A747DC3D-50BB-4383-A2FA-AFD05D9F65F2}" type="sibTrans" cxnId="{002DF96A-43ED-4536-AADD-8CBC8FFFCE04}">
      <dgm:prSet/>
      <dgm:spPr/>
      <dgm:t>
        <a:bodyPr/>
        <a:lstStyle/>
        <a:p>
          <a:endParaRPr lang="en-US"/>
        </a:p>
      </dgm:t>
    </dgm:pt>
    <dgm:pt modelId="{2292A238-151B-48E7-8493-6EF026A997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Backup strategy</a:t>
          </a:r>
          <a:endParaRPr lang="en-US"/>
        </a:p>
      </dgm:t>
    </dgm:pt>
    <dgm:pt modelId="{6D9260C1-2A23-42F4-83C9-FB8C94D492DC}" type="parTrans" cxnId="{2F22516F-19DB-4DC3-B7D8-2BC23F9A5811}">
      <dgm:prSet/>
      <dgm:spPr/>
      <dgm:t>
        <a:bodyPr/>
        <a:lstStyle/>
        <a:p>
          <a:endParaRPr lang="en-US"/>
        </a:p>
      </dgm:t>
    </dgm:pt>
    <dgm:pt modelId="{D798046F-936F-40EA-99BA-552B23D321D4}" type="sibTrans" cxnId="{2F22516F-19DB-4DC3-B7D8-2BC23F9A5811}">
      <dgm:prSet/>
      <dgm:spPr/>
      <dgm:t>
        <a:bodyPr/>
        <a:lstStyle/>
        <a:p>
          <a:endParaRPr lang="en-US"/>
        </a:p>
      </dgm:t>
    </dgm:pt>
    <dgm:pt modelId="{E8888BFD-D866-40C6-A3B5-2019C00726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Monitoring discipline</a:t>
          </a:r>
          <a:endParaRPr lang="en-US"/>
        </a:p>
      </dgm:t>
    </dgm:pt>
    <dgm:pt modelId="{ED663B23-815E-497C-8123-86E2779D6C9E}" type="parTrans" cxnId="{8E06F8D4-C69D-41B3-9A02-F3A537AEA7E7}">
      <dgm:prSet/>
      <dgm:spPr/>
      <dgm:t>
        <a:bodyPr/>
        <a:lstStyle/>
        <a:p>
          <a:endParaRPr lang="en-US"/>
        </a:p>
      </dgm:t>
    </dgm:pt>
    <dgm:pt modelId="{4548113D-AEEF-4337-B2A7-AFB2DAA4E230}" type="sibTrans" cxnId="{8E06F8D4-C69D-41B3-9A02-F3A537AEA7E7}">
      <dgm:prSet/>
      <dgm:spPr/>
      <dgm:t>
        <a:bodyPr/>
        <a:lstStyle/>
        <a:p>
          <a:endParaRPr lang="en-US"/>
        </a:p>
      </dgm:t>
    </dgm:pt>
    <dgm:pt modelId="{3E1E30A2-23CA-462E-AEEA-79106D287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Documentation culture</a:t>
          </a:r>
          <a:endParaRPr lang="en-US"/>
        </a:p>
      </dgm:t>
    </dgm:pt>
    <dgm:pt modelId="{C4CFD6F3-088E-4F73-ABC0-B60E83A3D22C}" type="parTrans" cxnId="{5C91193C-A023-413C-845C-87EDBBBC4C23}">
      <dgm:prSet/>
      <dgm:spPr/>
      <dgm:t>
        <a:bodyPr/>
        <a:lstStyle/>
        <a:p>
          <a:endParaRPr lang="en-US"/>
        </a:p>
      </dgm:t>
    </dgm:pt>
    <dgm:pt modelId="{2C31A931-748C-440E-B4D5-53762BDC9BDD}" type="sibTrans" cxnId="{5C91193C-A023-413C-845C-87EDBBBC4C23}">
      <dgm:prSet/>
      <dgm:spPr/>
      <dgm:t>
        <a:bodyPr/>
        <a:lstStyle/>
        <a:p>
          <a:endParaRPr lang="en-US"/>
        </a:p>
      </dgm:t>
    </dgm:pt>
    <dgm:pt modelId="{703EE77B-21E2-4819-A418-D587B33117AD}" type="pres">
      <dgm:prSet presAssocID="{4337B0FA-C256-4634-9EF5-6D58C2724B41}" presName="root" presStyleCnt="0">
        <dgm:presLayoutVars>
          <dgm:dir/>
          <dgm:resizeHandles val="exact"/>
        </dgm:presLayoutVars>
      </dgm:prSet>
      <dgm:spPr/>
    </dgm:pt>
    <dgm:pt modelId="{F40C6B2E-3163-4683-9F16-F9E02E4DE294}" type="pres">
      <dgm:prSet presAssocID="{A37B7D1C-BCB6-469C-A837-B9045E9004FC}" presName="compNode" presStyleCnt="0"/>
      <dgm:spPr/>
    </dgm:pt>
    <dgm:pt modelId="{5E148B77-BEBF-49B8-A23D-9FCCA2CFC458}" type="pres">
      <dgm:prSet presAssocID="{A37B7D1C-BCB6-469C-A837-B9045E9004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BE747E2-8FDF-4D89-8FC6-A5039EEEE529}" type="pres">
      <dgm:prSet presAssocID="{A37B7D1C-BCB6-469C-A837-B9045E9004FC}" presName="spaceRect" presStyleCnt="0"/>
      <dgm:spPr/>
    </dgm:pt>
    <dgm:pt modelId="{26179774-7C67-4B61-A58B-AAB88968AAFC}" type="pres">
      <dgm:prSet presAssocID="{A37B7D1C-BCB6-469C-A837-B9045E9004FC}" presName="textRect" presStyleLbl="revTx" presStyleIdx="0" presStyleCnt="4">
        <dgm:presLayoutVars>
          <dgm:chMax val="1"/>
          <dgm:chPref val="1"/>
        </dgm:presLayoutVars>
      </dgm:prSet>
      <dgm:spPr/>
    </dgm:pt>
    <dgm:pt modelId="{5A9B324A-02BE-49D3-A58D-4376CA7F205D}" type="pres">
      <dgm:prSet presAssocID="{A747DC3D-50BB-4383-A2FA-AFD05D9F65F2}" presName="sibTrans" presStyleCnt="0"/>
      <dgm:spPr/>
    </dgm:pt>
    <dgm:pt modelId="{B01E97F7-8BFF-4A8B-A170-64A73903ECE3}" type="pres">
      <dgm:prSet presAssocID="{2292A238-151B-48E7-8493-6EF026A99711}" presName="compNode" presStyleCnt="0"/>
      <dgm:spPr/>
    </dgm:pt>
    <dgm:pt modelId="{B44E192F-D790-433B-AA38-0EE9C5B9D652}" type="pres">
      <dgm:prSet presAssocID="{2292A238-151B-48E7-8493-6EF026A997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091DE2B-4E2A-44A5-A880-4831F85F847E}" type="pres">
      <dgm:prSet presAssocID="{2292A238-151B-48E7-8493-6EF026A99711}" presName="spaceRect" presStyleCnt="0"/>
      <dgm:spPr/>
    </dgm:pt>
    <dgm:pt modelId="{56A95670-3DBF-4CB7-BD16-8B1F95EB1D5D}" type="pres">
      <dgm:prSet presAssocID="{2292A238-151B-48E7-8493-6EF026A99711}" presName="textRect" presStyleLbl="revTx" presStyleIdx="1" presStyleCnt="4">
        <dgm:presLayoutVars>
          <dgm:chMax val="1"/>
          <dgm:chPref val="1"/>
        </dgm:presLayoutVars>
      </dgm:prSet>
      <dgm:spPr/>
    </dgm:pt>
    <dgm:pt modelId="{27C6B52C-0C32-4FC2-B7B6-31EA1B00A826}" type="pres">
      <dgm:prSet presAssocID="{D798046F-936F-40EA-99BA-552B23D321D4}" presName="sibTrans" presStyleCnt="0"/>
      <dgm:spPr/>
    </dgm:pt>
    <dgm:pt modelId="{6CA7ADBC-D852-463D-ACC2-CDCDE51259B3}" type="pres">
      <dgm:prSet presAssocID="{E8888BFD-D866-40C6-A3B5-2019C0072624}" presName="compNode" presStyleCnt="0"/>
      <dgm:spPr/>
    </dgm:pt>
    <dgm:pt modelId="{FF1BA5A3-9074-46E2-9E28-F1C4A8952F95}" type="pres">
      <dgm:prSet presAssocID="{E8888BFD-D866-40C6-A3B5-2019C007262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0595258-CA50-4519-A3A1-3E22270B46A9}" type="pres">
      <dgm:prSet presAssocID="{E8888BFD-D866-40C6-A3B5-2019C0072624}" presName="spaceRect" presStyleCnt="0"/>
      <dgm:spPr/>
    </dgm:pt>
    <dgm:pt modelId="{B87D99BC-49F7-4B54-8F54-E75207C53562}" type="pres">
      <dgm:prSet presAssocID="{E8888BFD-D866-40C6-A3B5-2019C0072624}" presName="textRect" presStyleLbl="revTx" presStyleIdx="2" presStyleCnt="4">
        <dgm:presLayoutVars>
          <dgm:chMax val="1"/>
          <dgm:chPref val="1"/>
        </dgm:presLayoutVars>
      </dgm:prSet>
      <dgm:spPr/>
    </dgm:pt>
    <dgm:pt modelId="{6E3F3DE7-4A20-4880-9168-38A529D16C49}" type="pres">
      <dgm:prSet presAssocID="{4548113D-AEEF-4337-B2A7-AFB2DAA4E230}" presName="sibTrans" presStyleCnt="0"/>
      <dgm:spPr/>
    </dgm:pt>
    <dgm:pt modelId="{DEE71A73-08EA-4A01-B746-47130710F43A}" type="pres">
      <dgm:prSet presAssocID="{3E1E30A2-23CA-462E-AEEA-79106D2870F1}" presName="compNode" presStyleCnt="0"/>
      <dgm:spPr/>
    </dgm:pt>
    <dgm:pt modelId="{2F426DCF-1246-4B1D-8902-4ADDE5922F31}" type="pres">
      <dgm:prSet presAssocID="{3E1E30A2-23CA-462E-AEEA-79106D2870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3E5655E-B55E-4311-B806-64259075247E}" type="pres">
      <dgm:prSet presAssocID="{3E1E30A2-23CA-462E-AEEA-79106D2870F1}" presName="spaceRect" presStyleCnt="0"/>
      <dgm:spPr/>
    </dgm:pt>
    <dgm:pt modelId="{69E29CA9-1FD1-4DFF-94B4-784DADDEBDEC}" type="pres">
      <dgm:prSet presAssocID="{3E1E30A2-23CA-462E-AEEA-79106D2870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908F13-583D-4163-BA42-FCE17FCCE8AE}" type="presOf" srcId="{E8888BFD-D866-40C6-A3B5-2019C0072624}" destId="{B87D99BC-49F7-4B54-8F54-E75207C53562}" srcOrd="0" destOrd="0" presId="urn:microsoft.com/office/officeart/2018/2/layout/IconLabelList"/>
    <dgm:cxn modelId="{5C91193C-A023-413C-845C-87EDBBBC4C23}" srcId="{4337B0FA-C256-4634-9EF5-6D58C2724B41}" destId="{3E1E30A2-23CA-462E-AEEA-79106D2870F1}" srcOrd="3" destOrd="0" parTransId="{C4CFD6F3-088E-4F73-ABC0-B60E83A3D22C}" sibTransId="{2C31A931-748C-440E-B4D5-53762BDC9BDD}"/>
    <dgm:cxn modelId="{08083842-D32B-4750-B147-F67D892B34B8}" type="presOf" srcId="{4337B0FA-C256-4634-9EF5-6D58C2724B41}" destId="{703EE77B-21E2-4819-A418-D587B33117AD}" srcOrd="0" destOrd="0" presId="urn:microsoft.com/office/officeart/2018/2/layout/IconLabelList"/>
    <dgm:cxn modelId="{002DF96A-43ED-4536-AADD-8CBC8FFFCE04}" srcId="{4337B0FA-C256-4634-9EF5-6D58C2724B41}" destId="{A37B7D1C-BCB6-469C-A837-B9045E9004FC}" srcOrd="0" destOrd="0" parTransId="{6FC65BAB-46E4-45D1-9D18-501A08F78854}" sibTransId="{A747DC3D-50BB-4383-A2FA-AFD05D9F65F2}"/>
    <dgm:cxn modelId="{2F22516F-19DB-4DC3-B7D8-2BC23F9A5811}" srcId="{4337B0FA-C256-4634-9EF5-6D58C2724B41}" destId="{2292A238-151B-48E7-8493-6EF026A99711}" srcOrd="1" destOrd="0" parTransId="{6D9260C1-2A23-42F4-83C9-FB8C94D492DC}" sibTransId="{D798046F-936F-40EA-99BA-552B23D321D4}"/>
    <dgm:cxn modelId="{A6C60AA2-16AE-42FB-94D1-386F7C377939}" type="presOf" srcId="{A37B7D1C-BCB6-469C-A837-B9045E9004FC}" destId="{26179774-7C67-4B61-A58B-AAB88968AAFC}" srcOrd="0" destOrd="0" presId="urn:microsoft.com/office/officeart/2018/2/layout/IconLabelList"/>
    <dgm:cxn modelId="{06B6A4CE-276A-4AA3-A750-5980AEA51AEC}" type="presOf" srcId="{3E1E30A2-23CA-462E-AEEA-79106D2870F1}" destId="{69E29CA9-1FD1-4DFF-94B4-784DADDEBDEC}" srcOrd="0" destOrd="0" presId="urn:microsoft.com/office/officeart/2018/2/layout/IconLabelList"/>
    <dgm:cxn modelId="{8E06F8D4-C69D-41B3-9A02-F3A537AEA7E7}" srcId="{4337B0FA-C256-4634-9EF5-6D58C2724B41}" destId="{E8888BFD-D866-40C6-A3B5-2019C0072624}" srcOrd="2" destOrd="0" parTransId="{ED663B23-815E-497C-8123-86E2779D6C9E}" sibTransId="{4548113D-AEEF-4337-B2A7-AFB2DAA4E230}"/>
    <dgm:cxn modelId="{951FB2FF-88B4-4092-BFE7-A856D2DC4884}" type="presOf" srcId="{2292A238-151B-48E7-8493-6EF026A99711}" destId="{56A95670-3DBF-4CB7-BD16-8B1F95EB1D5D}" srcOrd="0" destOrd="0" presId="urn:microsoft.com/office/officeart/2018/2/layout/IconLabelList"/>
    <dgm:cxn modelId="{83980FD7-8DDF-4C9C-9F7F-2EB4468B88A7}" type="presParOf" srcId="{703EE77B-21E2-4819-A418-D587B33117AD}" destId="{F40C6B2E-3163-4683-9F16-F9E02E4DE294}" srcOrd="0" destOrd="0" presId="urn:microsoft.com/office/officeart/2018/2/layout/IconLabelList"/>
    <dgm:cxn modelId="{C2C5BECC-71EB-4526-9755-72F5ADED9A4A}" type="presParOf" srcId="{F40C6B2E-3163-4683-9F16-F9E02E4DE294}" destId="{5E148B77-BEBF-49B8-A23D-9FCCA2CFC458}" srcOrd="0" destOrd="0" presId="urn:microsoft.com/office/officeart/2018/2/layout/IconLabelList"/>
    <dgm:cxn modelId="{51C68F5A-9E7B-4327-A91B-42BA78B77149}" type="presParOf" srcId="{F40C6B2E-3163-4683-9F16-F9E02E4DE294}" destId="{ABE747E2-8FDF-4D89-8FC6-A5039EEEE529}" srcOrd="1" destOrd="0" presId="urn:microsoft.com/office/officeart/2018/2/layout/IconLabelList"/>
    <dgm:cxn modelId="{1A710D19-3337-443A-A121-C1E413B29235}" type="presParOf" srcId="{F40C6B2E-3163-4683-9F16-F9E02E4DE294}" destId="{26179774-7C67-4B61-A58B-AAB88968AAFC}" srcOrd="2" destOrd="0" presId="urn:microsoft.com/office/officeart/2018/2/layout/IconLabelList"/>
    <dgm:cxn modelId="{328762B0-337C-4F44-B59B-E76557AA3483}" type="presParOf" srcId="{703EE77B-21E2-4819-A418-D587B33117AD}" destId="{5A9B324A-02BE-49D3-A58D-4376CA7F205D}" srcOrd="1" destOrd="0" presId="urn:microsoft.com/office/officeart/2018/2/layout/IconLabelList"/>
    <dgm:cxn modelId="{737D897F-46C0-4FFC-8F3F-6429CC4EC854}" type="presParOf" srcId="{703EE77B-21E2-4819-A418-D587B33117AD}" destId="{B01E97F7-8BFF-4A8B-A170-64A73903ECE3}" srcOrd="2" destOrd="0" presId="urn:microsoft.com/office/officeart/2018/2/layout/IconLabelList"/>
    <dgm:cxn modelId="{8B262C60-5855-49C3-AE04-08C5B757EE79}" type="presParOf" srcId="{B01E97F7-8BFF-4A8B-A170-64A73903ECE3}" destId="{B44E192F-D790-433B-AA38-0EE9C5B9D652}" srcOrd="0" destOrd="0" presId="urn:microsoft.com/office/officeart/2018/2/layout/IconLabelList"/>
    <dgm:cxn modelId="{A8198410-DF64-4F0D-B80A-142EA0058B64}" type="presParOf" srcId="{B01E97F7-8BFF-4A8B-A170-64A73903ECE3}" destId="{4091DE2B-4E2A-44A5-A880-4831F85F847E}" srcOrd="1" destOrd="0" presId="urn:microsoft.com/office/officeart/2018/2/layout/IconLabelList"/>
    <dgm:cxn modelId="{13B92CD9-BDA7-4649-8978-68136BB97720}" type="presParOf" srcId="{B01E97F7-8BFF-4A8B-A170-64A73903ECE3}" destId="{56A95670-3DBF-4CB7-BD16-8B1F95EB1D5D}" srcOrd="2" destOrd="0" presId="urn:microsoft.com/office/officeart/2018/2/layout/IconLabelList"/>
    <dgm:cxn modelId="{5CD10BD6-CEAC-4F71-9151-350D636B5E09}" type="presParOf" srcId="{703EE77B-21E2-4819-A418-D587B33117AD}" destId="{27C6B52C-0C32-4FC2-B7B6-31EA1B00A826}" srcOrd="3" destOrd="0" presId="urn:microsoft.com/office/officeart/2018/2/layout/IconLabelList"/>
    <dgm:cxn modelId="{981582A3-C092-4E17-83B9-F5C81DBFE1B1}" type="presParOf" srcId="{703EE77B-21E2-4819-A418-D587B33117AD}" destId="{6CA7ADBC-D852-463D-ACC2-CDCDE51259B3}" srcOrd="4" destOrd="0" presId="urn:microsoft.com/office/officeart/2018/2/layout/IconLabelList"/>
    <dgm:cxn modelId="{453DC0E1-42EA-473C-8677-7094770B633A}" type="presParOf" srcId="{6CA7ADBC-D852-463D-ACC2-CDCDE51259B3}" destId="{FF1BA5A3-9074-46E2-9E28-F1C4A8952F95}" srcOrd="0" destOrd="0" presId="urn:microsoft.com/office/officeart/2018/2/layout/IconLabelList"/>
    <dgm:cxn modelId="{E55188EF-64D7-4492-80E6-0627B88FCDA1}" type="presParOf" srcId="{6CA7ADBC-D852-463D-ACC2-CDCDE51259B3}" destId="{C0595258-CA50-4519-A3A1-3E22270B46A9}" srcOrd="1" destOrd="0" presId="urn:microsoft.com/office/officeart/2018/2/layout/IconLabelList"/>
    <dgm:cxn modelId="{4D5D8E8C-B7E4-4BB6-B01C-5178A62A3B61}" type="presParOf" srcId="{6CA7ADBC-D852-463D-ACC2-CDCDE51259B3}" destId="{B87D99BC-49F7-4B54-8F54-E75207C53562}" srcOrd="2" destOrd="0" presId="urn:microsoft.com/office/officeart/2018/2/layout/IconLabelList"/>
    <dgm:cxn modelId="{53602864-33AE-42D0-ADA2-13F571A9323E}" type="presParOf" srcId="{703EE77B-21E2-4819-A418-D587B33117AD}" destId="{6E3F3DE7-4A20-4880-9168-38A529D16C49}" srcOrd="5" destOrd="0" presId="urn:microsoft.com/office/officeart/2018/2/layout/IconLabelList"/>
    <dgm:cxn modelId="{BE2AED6F-0507-4832-A7B5-38868D8C8622}" type="presParOf" srcId="{703EE77B-21E2-4819-A418-D587B33117AD}" destId="{DEE71A73-08EA-4A01-B746-47130710F43A}" srcOrd="6" destOrd="0" presId="urn:microsoft.com/office/officeart/2018/2/layout/IconLabelList"/>
    <dgm:cxn modelId="{B01359DE-9B92-419C-8415-4521A63A975F}" type="presParOf" srcId="{DEE71A73-08EA-4A01-B746-47130710F43A}" destId="{2F426DCF-1246-4B1D-8902-4ADDE5922F31}" srcOrd="0" destOrd="0" presId="urn:microsoft.com/office/officeart/2018/2/layout/IconLabelList"/>
    <dgm:cxn modelId="{C00303BA-3370-4ADC-B714-C868E27BB9B7}" type="presParOf" srcId="{DEE71A73-08EA-4A01-B746-47130710F43A}" destId="{C3E5655E-B55E-4311-B806-64259075247E}" srcOrd="1" destOrd="0" presId="urn:microsoft.com/office/officeart/2018/2/layout/IconLabelList"/>
    <dgm:cxn modelId="{33AB6C55-B246-465C-A636-9551BCCB587D}" type="presParOf" srcId="{DEE71A73-08EA-4A01-B746-47130710F43A}" destId="{69E29CA9-1FD1-4DFF-94B4-784DADDEBD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6BE236B-FB2C-4181-B1D5-3931E2BCA0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658290-A0ED-49E4-B4AD-9F6648D96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solidFill>
                <a:schemeClr val="bg1"/>
              </a:solidFill>
            </a:rPr>
            <a:t>Server administration is a critical IT career.</a:t>
          </a:r>
          <a:endParaRPr lang="en-US" dirty="0">
            <a:solidFill>
              <a:schemeClr val="bg1"/>
            </a:solidFill>
          </a:endParaRPr>
        </a:p>
      </dgm:t>
    </dgm:pt>
    <dgm:pt modelId="{1DCAEBBD-7F20-4A93-BE65-F4CCF143A014}" type="parTrans" cxnId="{D67B47E0-E375-4265-9A3C-E5109C172E92}">
      <dgm:prSet/>
      <dgm:spPr/>
      <dgm:t>
        <a:bodyPr/>
        <a:lstStyle/>
        <a:p>
          <a:endParaRPr lang="en-US"/>
        </a:p>
      </dgm:t>
    </dgm:pt>
    <dgm:pt modelId="{EF302B2C-1AA6-4149-9890-A0A69377E7A0}" type="sibTrans" cxnId="{D67B47E0-E375-4265-9A3C-E5109C172E92}">
      <dgm:prSet/>
      <dgm:spPr/>
      <dgm:t>
        <a:bodyPr/>
        <a:lstStyle/>
        <a:p>
          <a:endParaRPr lang="en-US"/>
        </a:p>
      </dgm:t>
    </dgm:pt>
    <dgm:pt modelId="{3B5D39FD-968D-4AC3-9F7A-B527FE048C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solidFill>
                <a:schemeClr val="bg1"/>
              </a:solidFill>
            </a:rPr>
            <a:t>Practice daily.</a:t>
          </a:r>
          <a:endParaRPr lang="en-US" dirty="0">
            <a:solidFill>
              <a:schemeClr val="bg1"/>
            </a:solidFill>
          </a:endParaRPr>
        </a:p>
      </dgm:t>
    </dgm:pt>
    <dgm:pt modelId="{9445C6FE-46BC-4E85-B06E-A39329478F7C}" type="parTrans" cxnId="{460AC4D0-0AC4-4466-BE3E-A456C7345943}">
      <dgm:prSet/>
      <dgm:spPr/>
      <dgm:t>
        <a:bodyPr/>
        <a:lstStyle/>
        <a:p>
          <a:endParaRPr lang="en-US"/>
        </a:p>
      </dgm:t>
    </dgm:pt>
    <dgm:pt modelId="{C047B197-3406-4124-B8ED-CC9C6FED4583}" type="sibTrans" cxnId="{460AC4D0-0AC4-4466-BE3E-A456C7345943}">
      <dgm:prSet/>
      <dgm:spPr/>
      <dgm:t>
        <a:bodyPr/>
        <a:lstStyle/>
        <a:p>
          <a:endParaRPr lang="en-US"/>
        </a:p>
      </dgm:t>
    </dgm:pt>
    <dgm:pt modelId="{24AE2ED4-B103-4B75-AA0C-437A079500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solidFill>
                <a:schemeClr val="bg1"/>
              </a:solidFill>
            </a:rPr>
            <a:t>Automation + discipline = professional success.</a:t>
          </a:r>
          <a:endParaRPr lang="en-US" dirty="0">
            <a:solidFill>
              <a:schemeClr val="bg1"/>
            </a:solidFill>
          </a:endParaRPr>
        </a:p>
      </dgm:t>
    </dgm:pt>
    <dgm:pt modelId="{4767BEA0-E638-42BC-ABC7-159C066DB78C}" type="parTrans" cxnId="{C6122832-7A41-4C76-91BE-EEBAB8AFAE4F}">
      <dgm:prSet/>
      <dgm:spPr/>
      <dgm:t>
        <a:bodyPr/>
        <a:lstStyle/>
        <a:p>
          <a:endParaRPr lang="en-US"/>
        </a:p>
      </dgm:t>
    </dgm:pt>
    <dgm:pt modelId="{6EA8773B-F756-4519-8978-8B293321F9A3}" type="sibTrans" cxnId="{C6122832-7A41-4C76-91BE-EEBAB8AFAE4F}">
      <dgm:prSet/>
      <dgm:spPr/>
      <dgm:t>
        <a:bodyPr/>
        <a:lstStyle/>
        <a:p>
          <a:endParaRPr lang="en-US"/>
        </a:p>
      </dgm:t>
    </dgm:pt>
    <dgm:pt modelId="{E2BAE2B6-3F53-42F3-ADBB-CB56A4D3F48A}" type="pres">
      <dgm:prSet presAssocID="{76BE236B-FB2C-4181-B1D5-3931E2BCA00B}" presName="root" presStyleCnt="0">
        <dgm:presLayoutVars>
          <dgm:dir/>
          <dgm:resizeHandles val="exact"/>
        </dgm:presLayoutVars>
      </dgm:prSet>
      <dgm:spPr/>
    </dgm:pt>
    <dgm:pt modelId="{DFFDA2CD-8441-48DC-8748-F561E35E1CDF}" type="pres">
      <dgm:prSet presAssocID="{B4658290-A0ED-49E4-B4AD-9F6648D9614C}" presName="compNode" presStyleCnt="0"/>
      <dgm:spPr/>
    </dgm:pt>
    <dgm:pt modelId="{9B44A599-45DA-4147-9877-BFFC6C71D062}" type="pres">
      <dgm:prSet presAssocID="{B4658290-A0ED-49E4-B4AD-9F6648D9614C}" presName="bgRect" presStyleLbl="bgShp" presStyleIdx="0" presStyleCnt="3"/>
      <dgm:spPr/>
    </dgm:pt>
    <dgm:pt modelId="{B54B2E52-2022-4FA5-9E2B-7632EBED1D04}" type="pres">
      <dgm:prSet presAssocID="{B4658290-A0ED-49E4-B4AD-9F6648D961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93D7550-3C38-42F9-B27D-50CB8C121FBA}" type="pres">
      <dgm:prSet presAssocID="{B4658290-A0ED-49E4-B4AD-9F6648D9614C}" presName="spaceRect" presStyleCnt="0"/>
      <dgm:spPr/>
    </dgm:pt>
    <dgm:pt modelId="{062A2EC8-717E-42EB-935E-31A1241F06D4}" type="pres">
      <dgm:prSet presAssocID="{B4658290-A0ED-49E4-B4AD-9F6648D9614C}" presName="parTx" presStyleLbl="revTx" presStyleIdx="0" presStyleCnt="3">
        <dgm:presLayoutVars>
          <dgm:chMax val="0"/>
          <dgm:chPref val="0"/>
        </dgm:presLayoutVars>
      </dgm:prSet>
      <dgm:spPr/>
    </dgm:pt>
    <dgm:pt modelId="{72F2173B-51A9-4E11-B63E-C25B3B287FA2}" type="pres">
      <dgm:prSet presAssocID="{EF302B2C-1AA6-4149-9890-A0A69377E7A0}" presName="sibTrans" presStyleCnt="0"/>
      <dgm:spPr/>
    </dgm:pt>
    <dgm:pt modelId="{C92EE590-2A10-418D-94B9-89781794C678}" type="pres">
      <dgm:prSet presAssocID="{3B5D39FD-968D-4AC3-9F7A-B527FE048C9B}" presName="compNode" presStyleCnt="0"/>
      <dgm:spPr/>
    </dgm:pt>
    <dgm:pt modelId="{5A9E5AE7-70E6-443A-8B1F-0C1BED437098}" type="pres">
      <dgm:prSet presAssocID="{3B5D39FD-968D-4AC3-9F7A-B527FE048C9B}" presName="bgRect" presStyleLbl="bgShp" presStyleIdx="1" presStyleCnt="3"/>
      <dgm:spPr/>
    </dgm:pt>
    <dgm:pt modelId="{682A71ED-1585-4B7C-A40D-17D0F3D81411}" type="pres">
      <dgm:prSet presAssocID="{3B5D39FD-968D-4AC3-9F7A-B527FE048C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83E3966-220D-4E12-9FCE-6CF898FC8A2A}" type="pres">
      <dgm:prSet presAssocID="{3B5D39FD-968D-4AC3-9F7A-B527FE048C9B}" presName="spaceRect" presStyleCnt="0"/>
      <dgm:spPr/>
    </dgm:pt>
    <dgm:pt modelId="{365CF0A5-D48C-40D3-9D79-65B79087D833}" type="pres">
      <dgm:prSet presAssocID="{3B5D39FD-968D-4AC3-9F7A-B527FE048C9B}" presName="parTx" presStyleLbl="revTx" presStyleIdx="1" presStyleCnt="3">
        <dgm:presLayoutVars>
          <dgm:chMax val="0"/>
          <dgm:chPref val="0"/>
        </dgm:presLayoutVars>
      </dgm:prSet>
      <dgm:spPr/>
    </dgm:pt>
    <dgm:pt modelId="{B209863D-3866-4FAC-BB39-5BA613FCF2D7}" type="pres">
      <dgm:prSet presAssocID="{C047B197-3406-4124-B8ED-CC9C6FED4583}" presName="sibTrans" presStyleCnt="0"/>
      <dgm:spPr/>
    </dgm:pt>
    <dgm:pt modelId="{6165416A-1822-4D9A-BB6C-3B696D50897E}" type="pres">
      <dgm:prSet presAssocID="{24AE2ED4-B103-4B75-AA0C-437A079500A9}" presName="compNode" presStyleCnt="0"/>
      <dgm:spPr/>
    </dgm:pt>
    <dgm:pt modelId="{60F1231C-6387-4328-B789-89980F61D480}" type="pres">
      <dgm:prSet presAssocID="{24AE2ED4-B103-4B75-AA0C-437A079500A9}" presName="bgRect" presStyleLbl="bgShp" presStyleIdx="2" presStyleCnt="3"/>
      <dgm:spPr/>
    </dgm:pt>
    <dgm:pt modelId="{1AB7C7D6-B093-4D97-AEED-6852DD28B50A}" type="pres">
      <dgm:prSet presAssocID="{24AE2ED4-B103-4B75-AA0C-437A079500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398DAAF-E84A-4F4F-9D96-BB663DD4273E}" type="pres">
      <dgm:prSet presAssocID="{24AE2ED4-B103-4B75-AA0C-437A079500A9}" presName="spaceRect" presStyleCnt="0"/>
      <dgm:spPr/>
    </dgm:pt>
    <dgm:pt modelId="{B9127717-1C2A-42A0-9593-94F40C611D58}" type="pres">
      <dgm:prSet presAssocID="{24AE2ED4-B103-4B75-AA0C-437A079500A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6122832-7A41-4C76-91BE-EEBAB8AFAE4F}" srcId="{76BE236B-FB2C-4181-B1D5-3931E2BCA00B}" destId="{24AE2ED4-B103-4B75-AA0C-437A079500A9}" srcOrd="2" destOrd="0" parTransId="{4767BEA0-E638-42BC-ABC7-159C066DB78C}" sibTransId="{6EA8773B-F756-4519-8978-8B293321F9A3}"/>
    <dgm:cxn modelId="{24BF3F73-2E1C-460E-8E6C-88BE0A0B13C7}" type="presOf" srcId="{24AE2ED4-B103-4B75-AA0C-437A079500A9}" destId="{B9127717-1C2A-42A0-9593-94F40C611D58}" srcOrd="0" destOrd="0" presId="urn:microsoft.com/office/officeart/2018/2/layout/IconVerticalSolidList"/>
    <dgm:cxn modelId="{8FE58BA2-CEC4-4E99-B83B-6DC98A264ADC}" type="presOf" srcId="{B4658290-A0ED-49E4-B4AD-9F6648D9614C}" destId="{062A2EC8-717E-42EB-935E-31A1241F06D4}" srcOrd="0" destOrd="0" presId="urn:microsoft.com/office/officeart/2018/2/layout/IconVerticalSolidList"/>
    <dgm:cxn modelId="{A59429AA-2A79-46B8-A469-FFEADED30E75}" type="presOf" srcId="{76BE236B-FB2C-4181-B1D5-3931E2BCA00B}" destId="{E2BAE2B6-3F53-42F3-ADBB-CB56A4D3F48A}" srcOrd="0" destOrd="0" presId="urn:microsoft.com/office/officeart/2018/2/layout/IconVerticalSolidList"/>
    <dgm:cxn modelId="{460AC4D0-0AC4-4466-BE3E-A456C7345943}" srcId="{76BE236B-FB2C-4181-B1D5-3931E2BCA00B}" destId="{3B5D39FD-968D-4AC3-9F7A-B527FE048C9B}" srcOrd="1" destOrd="0" parTransId="{9445C6FE-46BC-4E85-B06E-A39329478F7C}" sibTransId="{C047B197-3406-4124-B8ED-CC9C6FED4583}"/>
    <dgm:cxn modelId="{1A7FF9D9-3B50-4F82-BB3A-1E721B4A66ED}" type="presOf" srcId="{3B5D39FD-968D-4AC3-9F7A-B527FE048C9B}" destId="{365CF0A5-D48C-40D3-9D79-65B79087D833}" srcOrd="0" destOrd="0" presId="urn:microsoft.com/office/officeart/2018/2/layout/IconVerticalSolidList"/>
    <dgm:cxn modelId="{D67B47E0-E375-4265-9A3C-E5109C172E92}" srcId="{76BE236B-FB2C-4181-B1D5-3931E2BCA00B}" destId="{B4658290-A0ED-49E4-B4AD-9F6648D9614C}" srcOrd="0" destOrd="0" parTransId="{1DCAEBBD-7F20-4A93-BE65-F4CCF143A014}" sibTransId="{EF302B2C-1AA6-4149-9890-A0A69377E7A0}"/>
    <dgm:cxn modelId="{B46DBD42-2573-46D6-833B-C27A403DB327}" type="presParOf" srcId="{E2BAE2B6-3F53-42F3-ADBB-CB56A4D3F48A}" destId="{DFFDA2CD-8441-48DC-8748-F561E35E1CDF}" srcOrd="0" destOrd="0" presId="urn:microsoft.com/office/officeart/2018/2/layout/IconVerticalSolidList"/>
    <dgm:cxn modelId="{3ECC9154-FC0B-41A2-A4D4-36FC236061A7}" type="presParOf" srcId="{DFFDA2CD-8441-48DC-8748-F561E35E1CDF}" destId="{9B44A599-45DA-4147-9877-BFFC6C71D062}" srcOrd="0" destOrd="0" presId="urn:microsoft.com/office/officeart/2018/2/layout/IconVerticalSolidList"/>
    <dgm:cxn modelId="{B21A06E8-45E3-4DF5-BF92-C60BE2C8E924}" type="presParOf" srcId="{DFFDA2CD-8441-48DC-8748-F561E35E1CDF}" destId="{B54B2E52-2022-4FA5-9E2B-7632EBED1D04}" srcOrd="1" destOrd="0" presId="urn:microsoft.com/office/officeart/2018/2/layout/IconVerticalSolidList"/>
    <dgm:cxn modelId="{1446D0D3-54D4-47A1-8583-EFC7D4224EE2}" type="presParOf" srcId="{DFFDA2CD-8441-48DC-8748-F561E35E1CDF}" destId="{D93D7550-3C38-42F9-B27D-50CB8C121FBA}" srcOrd="2" destOrd="0" presId="urn:microsoft.com/office/officeart/2018/2/layout/IconVerticalSolidList"/>
    <dgm:cxn modelId="{D5F1B33C-08A9-40CA-9CD3-26FE6DEC5C4F}" type="presParOf" srcId="{DFFDA2CD-8441-48DC-8748-F561E35E1CDF}" destId="{062A2EC8-717E-42EB-935E-31A1241F06D4}" srcOrd="3" destOrd="0" presId="urn:microsoft.com/office/officeart/2018/2/layout/IconVerticalSolidList"/>
    <dgm:cxn modelId="{0E3DC3BA-0754-44BC-83E0-C6478764A17F}" type="presParOf" srcId="{E2BAE2B6-3F53-42F3-ADBB-CB56A4D3F48A}" destId="{72F2173B-51A9-4E11-B63E-C25B3B287FA2}" srcOrd="1" destOrd="0" presId="urn:microsoft.com/office/officeart/2018/2/layout/IconVerticalSolidList"/>
    <dgm:cxn modelId="{3FA9409B-C3C7-4A03-8781-104ECD4764F5}" type="presParOf" srcId="{E2BAE2B6-3F53-42F3-ADBB-CB56A4D3F48A}" destId="{C92EE590-2A10-418D-94B9-89781794C678}" srcOrd="2" destOrd="0" presId="urn:microsoft.com/office/officeart/2018/2/layout/IconVerticalSolidList"/>
    <dgm:cxn modelId="{0303BF41-9063-4219-94E6-EC93FFC7A35D}" type="presParOf" srcId="{C92EE590-2A10-418D-94B9-89781794C678}" destId="{5A9E5AE7-70E6-443A-8B1F-0C1BED437098}" srcOrd="0" destOrd="0" presId="urn:microsoft.com/office/officeart/2018/2/layout/IconVerticalSolidList"/>
    <dgm:cxn modelId="{C2C60865-BBEF-4627-B78A-264B676A1F97}" type="presParOf" srcId="{C92EE590-2A10-418D-94B9-89781794C678}" destId="{682A71ED-1585-4B7C-A40D-17D0F3D81411}" srcOrd="1" destOrd="0" presId="urn:microsoft.com/office/officeart/2018/2/layout/IconVerticalSolidList"/>
    <dgm:cxn modelId="{F861D29C-9E4D-4165-8B6E-3AD6A8E877B9}" type="presParOf" srcId="{C92EE590-2A10-418D-94B9-89781794C678}" destId="{783E3966-220D-4E12-9FCE-6CF898FC8A2A}" srcOrd="2" destOrd="0" presId="urn:microsoft.com/office/officeart/2018/2/layout/IconVerticalSolidList"/>
    <dgm:cxn modelId="{AA5381F3-ED26-4733-AE2C-CEA4B6E3D711}" type="presParOf" srcId="{C92EE590-2A10-418D-94B9-89781794C678}" destId="{365CF0A5-D48C-40D3-9D79-65B79087D833}" srcOrd="3" destOrd="0" presId="urn:microsoft.com/office/officeart/2018/2/layout/IconVerticalSolidList"/>
    <dgm:cxn modelId="{0488CD54-D0D3-415C-A3C3-E2C056277137}" type="presParOf" srcId="{E2BAE2B6-3F53-42F3-ADBB-CB56A4D3F48A}" destId="{B209863D-3866-4FAC-BB39-5BA613FCF2D7}" srcOrd="3" destOrd="0" presId="urn:microsoft.com/office/officeart/2018/2/layout/IconVerticalSolidList"/>
    <dgm:cxn modelId="{09612B71-6425-44E0-ACE9-329DF05D3C26}" type="presParOf" srcId="{E2BAE2B6-3F53-42F3-ADBB-CB56A4D3F48A}" destId="{6165416A-1822-4D9A-BB6C-3B696D50897E}" srcOrd="4" destOrd="0" presId="urn:microsoft.com/office/officeart/2018/2/layout/IconVerticalSolidList"/>
    <dgm:cxn modelId="{C46680E7-0286-4610-A0A2-199092809F13}" type="presParOf" srcId="{6165416A-1822-4D9A-BB6C-3B696D50897E}" destId="{60F1231C-6387-4328-B789-89980F61D480}" srcOrd="0" destOrd="0" presId="urn:microsoft.com/office/officeart/2018/2/layout/IconVerticalSolidList"/>
    <dgm:cxn modelId="{07646E50-967F-47D7-BC7F-3297E5DB648F}" type="presParOf" srcId="{6165416A-1822-4D9A-BB6C-3B696D50897E}" destId="{1AB7C7D6-B093-4D97-AEED-6852DD28B50A}" srcOrd="1" destOrd="0" presId="urn:microsoft.com/office/officeart/2018/2/layout/IconVerticalSolidList"/>
    <dgm:cxn modelId="{FD12E9F7-154C-4AE5-A18D-722C0EBBE6D4}" type="presParOf" srcId="{6165416A-1822-4D9A-BB6C-3B696D50897E}" destId="{8398DAAF-E84A-4F4F-9D96-BB663DD4273E}" srcOrd="2" destOrd="0" presId="urn:microsoft.com/office/officeart/2018/2/layout/IconVerticalSolidList"/>
    <dgm:cxn modelId="{95F11EF1-32C5-45F9-8CC8-4B35AF9861F3}" type="presParOf" srcId="{6165416A-1822-4D9A-BB6C-3B696D50897E}" destId="{B9127717-1C2A-42A0-9593-94F40C611D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4F1A3-F9EC-42C2-BD2A-16A875CEF615}">
      <dsp:nvSpPr>
        <dsp:cNvPr id="0" name=""/>
        <dsp:cNvSpPr/>
      </dsp:nvSpPr>
      <dsp:spPr>
        <a:xfrm>
          <a:off x="0" y="495"/>
          <a:ext cx="7053264" cy="11586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1C007-6435-4A34-BA92-B4C88EA4DBF8}">
      <dsp:nvSpPr>
        <dsp:cNvPr id="0" name=""/>
        <dsp:cNvSpPr/>
      </dsp:nvSpPr>
      <dsp:spPr>
        <a:xfrm>
          <a:off x="350506" y="261202"/>
          <a:ext cx="637284" cy="6372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935DA-4474-4A5B-B25C-69114894D7B4}">
      <dsp:nvSpPr>
        <dsp:cNvPr id="0" name=""/>
        <dsp:cNvSpPr/>
      </dsp:nvSpPr>
      <dsp:spPr>
        <a:xfrm>
          <a:off x="1338296" y="495"/>
          <a:ext cx="5714967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Definition: System administration is the process of managing, configuring, and maintaining computer servers and infrastructure.</a:t>
          </a:r>
          <a:endParaRPr lang="en-US" sz="1900" kern="1200"/>
        </a:p>
      </dsp:txBody>
      <dsp:txXfrm>
        <a:off x="1338296" y="495"/>
        <a:ext cx="5714967" cy="1158698"/>
      </dsp:txXfrm>
    </dsp:sp>
    <dsp:sp modelId="{057CC6AD-6505-4917-BD35-A4883EB5A58E}">
      <dsp:nvSpPr>
        <dsp:cNvPr id="0" name=""/>
        <dsp:cNvSpPr/>
      </dsp:nvSpPr>
      <dsp:spPr>
        <a:xfrm>
          <a:off x="0" y="1448867"/>
          <a:ext cx="7053264" cy="11586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EB87D-098B-4FC1-AEE5-C799E05751EA}">
      <dsp:nvSpPr>
        <dsp:cNvPr id="0" name=""/>
        <dsp:cNvSpPr/>
      </dsp:nvSpPr>
      <dsp:spPr>
        <a:xfrm>
          <a:off x="350506" y="1709574"/>
          <a:ext cx="637284" cy="6372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01AD5-DBAD-4325-9136-A2ED7940567C}">
      <dsp:nvSpPr>
        <dsp:cNvPr id="0" name=""/>
        <dsp:cNvSpPr/>
      </dsp:nvSpPr>
      <dsp:spPr>
        <a:xfrm>
          <a:off x="1338296" y="1448867"/>
          <a:ext cx="5714967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It ensures systems are secure, stable, and always available.</a:t>
          </a:r>
          <a:endParaRPr lang="en-US" sz="1900" kern="1200"/>
        </a:p>
      </dsp:txBody>
      <dsp:txXfrm>
        <a:off x="1338296" y="1448867"/>
        <a:ext cx="5714967" cy="1158698"/>
      </dsp:txXfrm>
    </dsp:sp>
    <dsp:sp modelId="{445EAF0B-9D94-4400-88E2-F1632390DCAB}">
      <dsp:nvSpPr>
        <dsp:cNvPr id="0" name=""/>
        <dsp:cNvSpPr/>
      </dsp:nvSpPr>
      <dsp:spPr>
        <a:xfrm>
          <a:off x="0" y="2897240"/>
          <a:ext cx="7053264" cy="11586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88FB6-7BD2-44F3-BBE3-1A28C4393550}">
      <dsp:nvSpPr>
        <dsp:cNvPr id="0" name=""/>
        <dsp:cNvSpPr/>
      </dsp:nvSpPr>
      <dsp:spPr>
        <a:xfrm>
          <a:off x="350506" y="3157947"/>
          <a:ext cx="637284" cy="6372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2A0FB-20E8-4426-A767-8D88BA28B586}">
      <dsp:nvSpPr>
        <dsp:cNvPr id="0" name=""/>
        <dsp:cNvSpPr/>
      </dsp:nvSpPr>
      <dsp:spPr>
        <a:xfrm>
          <a:off x="1338296" y="2897240"/>
          <a:ext cx="5714967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Example: A company admin maintains servers so employees can access files 24/7.</a:t>
          </a:r>
          <a:endParaRPr lang="en-US" sz="1900" kern="1200"/>
        </a:p>
      </dsp:txBody>
      <dsp:txXfrm>
        <a:off x="1338296" y="2897240"/>
        <a:ext cx="5714967" cy="1158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80F40-CB7A-42B4-8239-C0332C64719C}">
      <dsp:nvSpPr>
        <dsp:cNvPr id="0" name=""/>
        <dsp:cNvSpPr/>
      </dsp:nvSpPr>
      <dsp:spPr>
        <a:xfrm>
          <a:off x="0" y="3571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23705-AD88-439A-B324-E5A4EB66B441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51548-0EB6-4A85-8311-A93DB81518CE}">
      <dsp:nvSpPr>
        <dsp:cNvPr id="0" name=""/>
        <dsp:cNvSpPr/>
      </dsp:nvSpPr>
      <dsp:spPr>
        <a:xfrm>
          <a:off x="878734" y="3571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Install and configure servers</a:t>
          </a:r>
          <a:endParaRPr lang="en-US" sz="1900" kern="1200"/>
        </a:p>
      </dsp:txBody>
      <dsp:txXfrm>
        <a:off x="878734" y="3571"/>
        <a:ext cx="3993303" cy="760809"/>
      </dsp:txXfrm>
    </dsp:sp>
    <dsp:sp modelId="{79074E40-7104-47A8-AD26-8A6CBCF23613}">
      <dsp:nvSpPr>
        <dsp:cNvPr id="0" name=""/>
        <dsp:cNvSpPr/>
      </dsp:nvSpPr>
      <dsp:spPr>
        <a:xfrm>
          <a:off x="0" y="954583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542BE-9594-4EBE-A0DF-2C8B5E92C587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7FF51-398B-414D-A841-4330CA5D9744}">
      <dsp:nvSpPr>
        <dsp:cNvPr id="0" name=""/>
        <dsp:cNvSpPr/>
      </dsp:nvSpPr>
      <dsp:spPr>
        <a:xfrm>
          <a:off x="878734" y="954583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Manage users and permissions</a:t>
          </a:r>
          <a:endParaRPr lang="en-US" sz="1900" kern="1200"/>
        </a:p>
      </dsp:txBody>
      <dsp:txXfrm>
        <a:off x="878734" y="954583"/>
        <a:ext cx="3993303" cy="760809"/>
      </dsp:txXfrm>
    </dsp:sp>
    <dsp:sp modelId="{1286E68E-B4CF-4D99-AFAB-D7BD1ED96BE3}">
      <dsp:nvSpPr>
        <dsp:cNvPr id="0" name=""/>
        <dsp:cNvSpPr/>
      </dsp:nvSpPr>
      <dsp:spPr>
        <a:xfrm>
          <a:off x="0" y="1905595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18F2D1-6A86-421F-A908-4D1284D4F9CE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62F39-4E82-4199-8419-696AA4FFE92A}">
      <dsp:nvSpPr>
        <dsp:cNvPr id="0" name=""/>
        <dsp:cNvSpPr/>
      </dsp:nvSpPr>
      <dsp:spPr>
        <a:xfrm>
          <a:off x="878734" y="1905595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Monitor performance and security</a:t>
          </a:r>
          <a:endParaRPr lang="en-US" sz="1900" kern="1200"/>
        </a:p>
      </dsp:txBody>
      <dsp:txXfrm>
        <a:off x="878734" y="1905595"/>
        <a:ext cx="3993303" cy="760809"/>
      </dsp:txXfrm>
    </dsp:sp>
    <dsp:sp modelId="{0CDE8609-E833-4AE5-8593-FC97E10833E8}">
      <dsp:nvSpPr>
        <dsp:cNvPr id="0" name=""/>
        <dsp:cNvSpPr/>
      </dsp:nvSpPr>
      <dsp:spPr>
        <a:xfrm>
          <a:off x="0" y="2856607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1DD60-C73A-4AA9-88A8-63C46BA11DFD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C7A51-93AE-41C5-B210-1D35C3B98068}">
      <dsp:nvSpPr>
        <dsp:cNvPr id="0" name=""/>
        <dsp:cNvSpPr/>
      </dsp:nvSpPr>
      <dsp:spPr>
        <a:xfrm>
          <a:off x="878734" y="2856607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Backup and recovery planning</a:t>
          </a:r>
          <a:endParaRPr lang="en-US" sz="1900" kern="1200"/>
        </a:p>
      </dsp:txBody>
      <dsp:txXfrm>
        <a:off x="878734" y="2856607"/>
        <a:ext cx="3993303" cy="760809"/>
      </dsp:txXfrm>
    </dsp:sp>
    <dsp:sp modelId="{CD9092CA-D7BF-4069-8420-1C5A8E97BCCB}">
      <dsp:nvSpPr>
        <dsp:cNvPr id="0" name=""/>
        <dsp:cNvSpPr/>
      </dsp:nvSpPr>
      <dsp:spPr>
        <a:xfrm>
          <a:off x="0" y="3807618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134F8-EC5F-4680-B3A1-0156ACE6722B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AE9CC-1BA5-4D0C-A7F1-5D2CCA802487}">
      <dsp:nvSpPr>
        <dsp:cNvPr id="0" name=""/>
        <dsp:cNvSpPr/>
      </dsp:nvSpPr>
      <dsp:spPr>
        <a:xfrm>
          <a:off x="878734" y="3807618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Example: Admin restores data after accidental deletion.</a:t>
          </a:r>
          <a:endParaRPr lang="en-US" sz="1900" kern="1200"/>
        </a:p>
      </dsp:txBody>
      <dsp:txXfrm>
        <a:off x="878734" y="3807618"/>
        <a:ext cx="3993303" cy="760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FD196-5386-428C-9CED-02A9A452118F}">
      <dsp:nvSpPr>
        <dsp:cNvPr id="0" name=""/>
        <dsp:cNvSpPr/>
      </dsp:nvSpPr>
      <dsp:spPr>
        <a:xfrm>
          <a:off x="50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9C565-3E1F-40D8-B643-B72EE32B88B6}">
      <dsp:nvSpPr>
        <dsp:cNvPr id="0" name=""/>
        <dsp:cNvSpPr/>
      </dsp:nvSpPr>
      <dsp:spPr>
        <a:xfrm>
          <a:off x="1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Servers run businesses, banks, hospitals, and schools.</a:t>
          </a:r>
          <a:endParaRPr lang="en-US" sz="1200" kern="1200"/>
        </a:p>
      </dsp:txBody>
      <dsp:txXfrm>
        <a:off x="13264" y="1882179"/>
        <a:ext cx="1800000" cy="720000"/>
      </dsp:txXfrm>
    </dsp:sp>
    <dsp:sp modelId="{45000EC0-3986-4477-8110-108538B677F1}">
      <dsp:nvSpPr>
        <dsp:cNvPr id="0" name=""/>
        <dsp:cNvSpPr/>
      </dsp:nvSpPr>
      <dsp:spPr>
        <a:xfrm>
          <a:off x="262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A2E2-8666-48D5-9BB3-E3755ED62673}">
      <dsp:nvSpPr>
        <dsp:cNvPr id="0" name=""/>
        <dsp:cNvSpPr/>
      </dsp:nvSpPr>
      <dsp:spPr>
        <a:xfrm>
          <a:off x="212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Downtime causes financial loss.</a:t>
          </a:r>
          <a:endParaRPr lang="en-US" sz="1200" kern="1200"/>
        </a:p>
      </dsp:txBody>
      <dsp:txXfrm>
        <a:off x="2128264" y="1882179"/>
        <a:ext cx="1800000" cy="720000"/>
      </dsp:txXfrm>
    </dsp:sp>
    <dsp:sp modelId="{21B96142-D174-457F-9B5B-73E9BAD64BD4}">
      <dsp:nvSpPr>
        <dsp:cNvPr id="0" name=""/>
        <dsp:cNvSpPr/>
      </dsp:nvSpPr>
      <dsp:spPr>
        <a:xfrm>
          <a:off x="473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BFC0F-B7DB-4223-BDF9-29DC270B9146}">
      <dsp:nvSpPr>
        <dsp:cNvPr id="0" name=""/>
        <dsp:cNvSpPr/>
      </dsp:nvSpPr>
      <dsp:spPr>
        <a:xfrm>
          <a:off x="424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Good admin = stable business operations.</a:t>
          </a:r>
          <a:endParaRPr lang="en-US" sz="1200" kern="1200"/>
        </a:p>
      </dsp:txBody>
      <dsp:txXfrm>
        <a:off x="4243264" y="1882179"/>
        <a:ext cx="1800000" cy="720000"/>
      </dsp:txXfrm>
    </dsp:sp>
    <dsp:sp modelId="{E00DB213-6055-4E59-A0C0-DE47342FDB33}">
      <dsp:nvSpPr>
        <dsp:cNvPr id="0" name=""/>
        <dsp:cNvSpPr/>
      </dsp:nvSpPr>
      <dsp:spPr>
        <a:xfrm>
          <a:off x="685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736EB-A6D3-45E0-9C97-7724DB0CCAD0}">
      <dsp:nvSpPr>
        <dsp:cNvPr id="0" name=""/>
        <dsp:cNvSpPr/>
      </dsp:nvSpPr>
      <dsp:spPr>
        <a:xfrm>
          <a:off x="635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Example: An e-commerce site crashes without server monitoring.</a:t>
          </a:r>
          <a:endParaRPr lang="en-US" sz="1200" kern="1200"/>
        </a:p>
      </dsp:txBody>
      <dsp:txXfrm>
        <a:off x="6358264" y="1882179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ACE82-88F0-43DE-B48A-7E212AA2650A}">
      <dsp:nvSpPr>
        <dsp:cNvPr id="0" name=""/>
        <dsp:cNvSpPr/>
      </dsp:nvSpPr>
      <dsp:spPr>
        <a:xfrm>
          <a:off x="364264" y="62213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DA0AB-CEE2-4B7E-974D-1209A566A89E}">
      <dsp:nvSpPr>
        <dsp:cNvPr id="0" name=""/>
        <dsp:cNvSpPr/>
      </dsp:nvSpPr>
      <dsp:spPr>
        <a:xfrm>
          <a:off x="59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13242-5982-41ED-95F5-F75C4BA98BF5}">
      <dsp:nvSpPr>
        <dsp:cNvPr id="0" name=""/>
        <dsp:cNvSpPr/>
      </dsp:nvSpPr>
      <dsp:spPr>
        <a:xfrm>
          <a:off x="1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High demand IT skill worldwide</a:t>
          </a:r>
          <a:endParaRPr lang="en-US" sz="1200" kern="1200"/>
        </a:p>
      </dsp:txBody>
      <dsp:txXfrm>
        <a:off x="13264" y="2062138"/>
        <a:ext cx="1800000" cy="720000"/>
      </dsp:txXfrm>
    </dsp:sp>
    <dsp:sp modelId="{48074267-6C10-4525-8D6E-E6393EA6341C}">
      <dsp:nvSpPr>
        <dsp:cNvPr id="0" name=""/>
        <dsp:cNvSpPr/>
      </dsp:nvSpPr>
      <dsp:spPr>
        <a:xfrm>
          <a:off x="2479264" y="62213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12A605-514B-4F0B-80E9-45F6F7338612}">
      <dsp:nvSpPr>
        <dsp:cNvPr id="0" name=""/>
        <dsp:cNvSpPr/>
      </dsp:nvSpPr>
      <dsp:spPr>
        <a:xfrm>
          <a:off x="271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04327-28F7-4BA7-B0AE-0748BC6FAF62}">
      <dsp:nvSpPr>
        <dsp:cNvPr id="0" name=""/>
        <dsp:cNvSpPr/>
      </dsp:nvSpPr>
      <dsp:spPr>
        <a:xfrm>
          <a:off x="212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Strong career growth</a:t>
          </a:r>
          <a:endParaRPr lang="en-US" sz="1200" kern="1200"/>
        </a:p>
      </dsp:txBody>
      <dsp:txXfrm>
        <a:off x="2128264" y="2062138"/>
        <a:ext cx="1800000" cy="720000"/>
      </dsp:txXfrm>
    </dsp:sp>
    <dsp:sp modelId="{CD912E95-36C1-4BAF-A776-A4CE5C89A834}">
      <dsp:nvSpPr>
        <dsp:cNvPr id="0" name=""/>
        <dsp:cNvSpPr/>
      </dsp:nvSpPr>
      <dsp:spPr>
        <a:xfrm>
          <a:off x="4594264" y="62213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AD093-5D94-4C1E-AF00-B80E918CA54F}">
      <dsp:nvSpPr>
        <dsp:cNvPr id="0" name=""/>
        <dsp:cNvSpPr/>
      </dsp:nvSpPr>
      <dsp:spPr>
        <a:xfrm>
          <a:off x="482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3470E-5685-4A7D-AD26-AEFF35F86B64}">
      <dsp:nvSpPr>
        <dsp:cNvPr id="0" name=""/>
        <dsp:cNvSpPr/>
      </dsp:nvSpPr>
      <dsp:spPr>
        <a:xfrm>
          <a:off x="424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Freelance + corporate opportunities</a:t>
          </a:r>
          <a:endParaRPr lang="en-US" sz="1200" kern="1200"/>
        </a:p>
      </dsp:txBody>
      <dsp:txXfrm>
        <a:off x="4243264" y="2062138"/>
        <a:ext cx="1800000" cy="720000"/>
      </dsp:txXfrm>
    </dsp:sp>
    <dsp:sp modelId="{126F0E00-5519-42A6-BB9C-7F947F55203F}">
      <dsp:nvSpPr>
        <dsp:cNvPr id="0" name=""/>
        <dsp:cNvSpPr/>
      </dsp:nvSpPr>
      <dsp:spPr>
        <a:xfrm>
          <a:off x="6709264" y="62213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C62DC-21FA-42B6-8D76-81777BBE8719}">
      <dsp:nvSpPr>
        <dsp:cNvPr id="0" name=""/>
        <dsp:cNvSpPr/>
      </dsp:nvSpPr>
      <dsp:spPr>
        <a:xfrm>
          <a:off x="694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B844A-196E-444B-867F-E2242439C4F3}">
      <dsp:nvSpPr>
        <dsp:cNvPr id="0" name=""/>
        <dsp:cNvSpPr/>
      </dsp:nvSpPr>
      <dsp:spPr>
        <a:xfrm>
          <a:off x="635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Example: Skilled admins manage global cloud infrastructure.</a:t>
          </a:r>
          <a:endParaRPr lang="en-US" sz="1200" kern="1200"/>
        </a:p>
      </dsp:txBody>
      <dsp:txXfrm>
        <a:off x="6358264" y="2062138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33CF4-C120-488C-9764-8F98BAD83903}">
      <dsp:nvSpPr>
        <dsp:cNvPr id="0" name=""/>
        <dsp:cNvSpPr/>
      </dsp:nvSpPr>
      <dsp:spPr>
        <a:xfrm>
          <a:off x="364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0F2C27-E641-4D84-A217-086147B06789}">
      <dsp:nvSpPr>
        <dsp:cNvPr id="0" name=""/>
        <dsp:cNvSpPr/>
      </dsp:nvSpPr>
      <dsp:spPr>
        <a:xfrm>
          <a:off x="59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4F951-7DEE-4BB6-B888-9188A8FBAABF}">
      <dsp:nvSpPr>
        <dsp:cNvPr id="0" name=""/>
        <dsp:cNvSpPr/>
      </dsp:nvSpPr>
      <dsp:spPr>
        <a:xfrm>
          <a:off x="1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Understand Windows Server architecture</a:t>
          </a:r>
          <a:endParaRPr lang="en-US" sz="1600" kern="1200"/>
        </a:p>
      </dsp:txBody>
      <dsp:txXfrm>
        <a:off x="13264" y="2062138"/>
        <a:ext cx="1800000" cy="720000"/>
      </dsp:txXfrm>
    </dsp:sp>
    <dsp:sp modelId="{24455FC8-6EB7-477A-BAC8-29B9B2DABBD1}">
      <dsp:nvSpPr>
        <dsp:cNvPr id="0" name=""/>
        <dsp:cNvSpPr/>
      </dsp:nvSpPr>
      <dsp:spPr>
        <a:xfrm>
          <a:off x="2479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E2BA4-C220-4E8A-AEAD-2F02B5ED816F}">
      <dsp:nvSpPr>
        <dsp:cNvPr id="0" name=""/>
        <dsp:cNvSpPr/>
      </dsp:nvSpPr>
      <dsp:spPr>
        <a:xfrm>
          <a:off x="271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3DB1F-4687-4BD8-A7F4-F99A98A374A5}">
      <dsp:nvSpPr>
        <dsp:cNvPr id="0" name=""/>
        <dsp:cNvSpPr/>
      </dsp:nvSpPr>
      <dsp:spPr>
        <a:xfrm>
          <a:off x="212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Install and manage servers</a:t>
          </a:r>
          <a:endParaRPr lang="en-US" sz="1600" kern="1200"/>
        </a:p>
      </dsp:txBody>
      <dsp:txXfrm>
        <a:off x="2128264" y="2062138"/>
        <a:ext cx="1800000" cy="720000"/>
      </dsp:txXfrm>
    </dsp:sp>
    <dsp:sp modelId="{F8394205-16EA-411A-812F-E78D03816F1F}">
      <dsp:nvSpPr>
        <dsp:cNvPr id="0" name=""/>
        <dsp:cNvSpPr/>
      </dsp:nvSpPr>
      <dsp:spPr>
        <a:xfrm>
          <a:off x="4594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56531-4A72-4F97-836F-AD16BF791894}">
      <dsp:nvSpPr>
        <dsp:cNvPr id="0" name=""/>
        <dsp:cNvSpPr/>
      </dsp:nvSpPr>
      <dsp:spPr>
        <a:xfrm>
          <a:off x="482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28700-6935-409B-B42A-14E3343ADC19}">
      <dsp:nvSpPr>
        <dsp:cNvPr id="0" name=""/>
        <dsp:cNvSpPr/>
      </dsp:nvSpPr>
      <dsp:spPr>
        <a:xfrm>
          <a:off x="424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Learn automation tools</a:t>
          </a:r>
          <a:endParaRPr lang="en-US" sz="1600" kern="1200"/>
        </a:p>
      </dsp:txBody>
      <dsp:txXfrm>
        <a:off x="4243264" y="2062138"/>
        <a:ext cx="1800000" cy="720000"/>
      </dsp:txXfrm>
    </dsp:sp>
    <dsp:sp modelId="{478AFFD8-E98C-4B4D-B1C6-674C04219B4F}">
      <dsp:nvSpPr>
        <dsp:cNvPr id="0" name=""/>
        <dsp:cNvSpPr/>
      </dsp:nvSpPr>
      <dsp:spPr>
        <a:xfrm>
          <a:off x="6709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5C34D-AC9A-4FC8-BCAB-433AFB9F8EEB}">
      <dsp:nvSpPr>
        <dsp:cNvPr id="0" name=""/>
        <dsp:cNvSpPr/>
      </dsp:nvSpPr>
      <dsp:spPr>
        <a:xfrm>
          <a:off x="694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64F94-BBBE-4F47-A1E2-92F53CBA057B}">
      <dsp:nvSpPr>
        <dsp:cNvPr id="0" name=""/>
        <dsp:cNvSpPr/>
      </dsp:nvSpPr>
      <dsp:spPr>
        <a:xfrm>
          <a:off x="635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Develop professional IT discipline</a:t>
          </a:r>
          <a:endParaRPr lang="en-US" sz="1600" kern="1200"/>
        </a:p>
      </dsp:txBody>
      <dsp:txXfrm>
        <a:off x="6358264" y="2062138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C6B6E-AB18-48E7-80ED-551E21A655D9}">
      <dsp:nvSpPr>
        <dsp:cNvPr id="0" name=""/>
        <dsp:cNvSpPr/>
      </dsp:nvSpPr>
      <dsp:spPr>
        <a:xfrm>
          <a:off x="364264" y="62213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16DBB-33EB-416B-8FA8-190C0F9E0E0F}">
      <dsp:nvSpPr>
        <dsp:cNvPr id="0" name=""/>
        <dsp:cNvSpPr/>
      </dsp:nvSpPr>
      <dsp:spPr>
        <a:xfrm>
          <a:off x="59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02D50-48F5-4180-A4C3-C11B956475D0}">
      <dsp:nvSpPr>
        <dsp:cNvPr id="0" name=""/>
        <dsp:cNvSpPr/>
      </dsp:nvSpPr>
      <dsp:spPr>
        <a:xfrm>
          <a:off x="1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Theory + practical labs</a:t>
          </a:r>
          <a:endParaRPr lang="en-US" sz="1700" kern="1200"/>
        </a:p>
      </dsp:txBody>
      <dsp:txXfrm>
        <a:off x="13264" y="2062138"/>
        <a:ext cx="1800000" cy="720000"/>
      </dsp:txXfrm>
    </dsp:sp>
    <dsp:sp modelId="{3BBDCC6D-2ED7-469F-8CD0-8DE8F5EB74C4}">
      <dsp:nvSpPr>
        <dsp:cNvPr id="0" name=""/>
        <dsp:cNvSpPr/>
      </dsp:nvSpPr>
      <dsp:spPr>
        <a:xfrm>
          <a:off x="2479264" y="62213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31CBE-105B-492F-A204-A87534D609FC}">
      <dsp:nvSpPr>
        <dsp:cNvPr id="0" name=""/>
        <dsp:cNvSpPr/>
      </dsp:nvSpPr>
      <dsp:spPr>
        <a:xfrm>
          <a:off x="271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A5CFD-C0AC-4DF7-8683-E846CB83C435}">
      <dsp:nvSpPr>
        <dsp:cNvPr id="0" name=""/>
        <dsp:cNvSpPr/>
      </dsp:nvSpPr>
      <dsp:spPr>
        <a:xfrm>
          <a:off x="212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Real-world server scenarios</a:t>
          </a:r>
          <a:endParaRPr lang="en-US" sz="1700" kern="1200"/>
        </a:p>
      </dsp:txBody>
      <dsp:txXfrm>
        <a:off x="2128264" y="2062138"/>
        <a:ext cx="1800000" cy="720000"/>
      </dsp:txXfrm>
    </dsp:sp>
    <dsp:sp modelId="{661DC988-0FC4-4971-B464-8BAF35B8EA99}">
      <dsp:nvSpPr>
        <dsp:cNvPr id="0" name=""/>
        <dsp:cNvSpPr/>
      </dsp:nvSpPr>
      <dsp:spPr>
        <a:xfrm>
          <a:off x="4594264" y="62213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E43D2-DA35-4ED9-83EC-911F3C51F54C}">
      <dsp:nvSpPr>
        <dsp:cNvPr id="0" name=""/>
        <dsp:cNvSpPr/>
      </dsp:nvSpPr>
      <dsp:spPr>
        <a:xfrm>
          <a:off x="482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39271-82DD-4167-A75B-03A50D7F9C6D}">
      <dsp:nvSpPr>
        <dsp:cNvPr id="0" name=""/>
        <dsp:cNvSpPr/>
      </dsp:nvSpPr>
      <dsp:spPr>
        <a:xfrm>
          <a:off x="424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Hands-on exercises</a:t>
          </a:r>
          <a:endParaRPr lang="en-US" sz="1700" kern="1200"/>
        </a:p>
      </dsp:txBody>
      <dsp:txXfrm>
        <a:off x="4243264" y="2062138"/>
        <a:ext cx="1800000" cy="720000"/>
      </dsp:txXfrm>
    </dsp:sp>
    <dsp:sp modelId="{0A4E6DE7-B05B-488B-BE68-A3A181F746F8}">
      <dsp:nvSpPr>
        <dsp:cNvPr id="0" name=""/>
        <dsp:cNvSpPr/>
      </dsp:nvSpPr>
      <dsp:spPr>
        <a:xfrm>
          <a:off x="6709264" y="62213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82870-58BB-4DC6-BDD7-8C25B00C81F5}">
      <dsp:nvSpPr>
        <dsp:cNvPr id="0" name=""/>
        <dsp:cNvSpPr/>
      </dsp:nvSpPr>
      <dsp:spPr>
        <a:xfrm>
          <a:off x="694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1FAF3-61B9-4798-A009-168C105802C8}">
      <dsp:nvSpPr>
        <dsp:cNvPr id="0" name=""/>
        <dsp:cNvSpPr/>
      </dsp:nvSpPr>
      <dsp:spPr>
        <a:xfrm>
          <a:off x="635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Industry-focused learning</a:t>
          </a:r>
          <a:endParaRPr lang="en-US" sz="1700" kern="1200"/>
        </a:p>
      </dsp:txBody>
      <dsp:txXfrm>
        <a:off x="6358264" y="2062138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98D9D-15C4-4732-83C4-3019C8A52A72}">
      <dsp:nvSpPr>
        <dsp:cNvPr id="0" name=""/>
        <dsp:cNvSpPr/>
      </dsp:nvSpPr>
      <dsp:spPr>
        <a:xfrm>
          <a:off x="150019" y="0"/>
          <a:ext cx="4572000" cy="457200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5C517CB-CDDD-4F52-ADBD-E26CBD7AEE87}">
      <dsp:nvSpPr>
        <dsp:cNvPr id="0" name=""/>
        <dsp:cNvSpPr/>
      </dsp:nvSpPr>
      <dsp:spPr>
        <a:xfrm>
          <a:off x="584359" y="434340"/>
          <a:ext cx="1783080" cy="1783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Roles: System Admin, Network Engineer, IT Support Engineer</a:t>
          </a:r>
          <a:endParaRPr lang="en-US" sz="1600" kern="1200"/>
        </a:p>
      </dsp:txBody>
      <dsp:txXfrm>
        <a:off x="671402" y="521383"/>
        <a:ext cx="1608994" cy="1608994"/>
      </dsp:txXfrm>
    </dsp:sp>
    <dsp:sp modelId="{A0D03451-56F1-4740-9820-95FEF7BF2A32}">
      <dsp:nvSpPr>
        <dsp:cNvPr id="0" name=""/>
        <dsp:cNvSpPr/>
      </dsp:nvSpPr>
      <dsp:spPr>
        <a:xfrm>
          <a:off x="2504599" y="434340"/>
          <a:ext cx="1783080" cy="17830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Demand in corporate offices, ISPs, data centers</a:t>
          </a:r>
          <a:endParaRPr lang="en-US" sz="1600" kern="1200"/>
        </a:p>
      </dsp:txBody>
      <dsp:txXfrm>
        <a:off x="2591642" y="521383"/>
        <a:ext cx="1608994" cy="1608994"/>
      </dsp:txXfrm>
    </dsp:sp>
    <dsp:sp modelId="{7297A726-9575-4FEE-92D4-6C9CEE99A006}">
      <dsp:nvSpPr>
        <dsp:cNvPr id="0" name=""/>
        <dsp:cNvSpPr/>
      </dsp:nvSpPr>
      <dsp:spPr>
        <a:xfrm>
          <a:off x="584359" y="2354580"/>
          <a:ext cx="1783080" cy="17830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Remote and freelance opportunities</a:t>
          </a:r>
          <a:endParaRPr lang="en-US" sz="1600" kern="1200"/>
        </a:p>
      </dsp:txBody>
      <dsp:txXfrm>
        <a:off x="671402" y="2441623"/>
        <a:ext cx="1608994" cy="1608994"/>
      </dsp:txXfrm>
    </dsp:sp>
    <dsp:sp modelId="{AD1253DB-ED39-4A6B-97FB-36820782D22F}">
      <dsp:nvSpPr>
        <dsp:cNvPr id="0" name=""/>
        <dsp:cNvSpPr/>
      </dsp:nvSpPr>
      <dsp:spPr>
        <a:xfrm>
          <a:off x="2504599" y="2354580"/>
          <a:ext cx="1783080" cy="17830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Example: Companies outsource server management.</a:t>
          </a:r>
          <a:endParaRPr lang="en-US" sz="1600" kern="1200"/>
        </a:p>
      </dsp:txBody>
      <dsp:txXfrm>
        <a:off x="2591642" y="2441623"/>
        <a:ext cx="1608994" cy="16089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5AD21-0EC8-4787-B5F7-C224157953CB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86B9B-5495-4030-B731-7CE91078AA9D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DE8E3-0EEA-463D-8935-812C1F80FEAF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Entry level: IT support</a:t>
          </a:r>
          <a:endParaRPr lang="en-US" sz="2200" kern="1200"/>
        </a:p>
      </dsp:txBody>
      <dsp:txXfrm>
        <a:off x="1110795" y="1897"/>
        <a:ext cx="3761242" cy="961727"/>
      </dsp:txXfrm>
    </dsp:sp>
    <dsp:sp modelId="{7BD14AA3-9AF7-4205-B9C9-4D84D919071C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9BD13-8765-4A17-B5F1-52234F8750A3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BCE20-E163-44C3-AA55-82B9D4463B73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Mid level: System administrator</a:t>
          </a:r>
          <a:endParaRPr lang="en-US" sz="2200" kern="1200"/>
        </a:p>
      </dsp:txBody>
      <dsp:txXfrm>
        <a:off x="1110795" y="1204056"/>
        <a:ext cx="3761242" cy="961727"/>
      </dsp:txXfrm>
    </dsp:sp>
    <dsp:sp modelId="{10D294BA-C719-478A-BD58-A18DC9C3A4D4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C3CF9-A722-40BC-A4B7-B0A8D858AAF0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76F5F-734F-4214-98D9-F78199F6F380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Advanced: Infrastructure architect</a:t>
          </a:r>
          <a:endParaRPr lang="en-US" sz="2200" kern="1200"/>
        </a:p>
      </dsp:txBody>
      <dsp:txXfrm>
        <a:off x="1110795" y="2406215"/>
        <a:ext cx="3761242" cy="961727"/>
      </dsp:txXfrm>
    </dsp:sp>
    <dsp:sp modelId="{F351A08E-08FA-4143-892A-962DDBAA7EB0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05874-19CB-4F11-8171-411F9E34D4AC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30DC5-1F07-45F4-94B1-AF191D177316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Cloud specialization increases income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204A9-CB27-4467-884C-85457113D008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CD22D9-0F9F-4B10-8C00-67CE95C7C2D0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C47FE-C8AC-45DE-A553-5414E0066B2E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Enterprise network management</a:t>
          </a:r>
          <a:endParaRPr lang="en-US" sz="2200" kern="1200"/>
        </a:p>
      </dsp:txBody>
      <dsp:txXfrm>
        <a:off x="1110795" y="1897"/>
        <a:ext cx="3761242" cy="961727"/>
      </dsp:txXfrm>
    </dsp:sp>
    <dsp:sp modelId="{03C9C08E-B8FA-4E55-9828-CC814FD79DEB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28D67-E27F-415E-B683-9C83B7233E0A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0F974-834C-4098-A66C-5ACE931DBCFF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Active Directory environments</a:t>
          </a:r>
          <a:endParaRPr lang="en-US" sz="2200" kern="1200"/>
        </a:p>
      </dsp:txBody>
      <dsp:txXfrm>
        <a:off x="1110795" y="1204056"/>
        <a:ext cx="3761242" cy="961727"/>
      </dsp:txXfrm>
    </dsp:sp>
    <dsp:sp modelId="{69E102A5-7D6F-4FDB-8E2A-DFE9E707B741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DE4BC-CA9F-42EF-839C-7D335D396CA8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122E7-866E-4F0E-AFDE-6575A5B57068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Cloud infrastructure</a:t>
          </a:r>
          <a:endParaRPr lang="en-US" sz="2200" kern="1200"/>
        </a:p>
      </dsp:txBody>
      <dsp:txXfrm>
        <a:off x="1110795" y="2406215"/>
        <a:ext cx="3761242" cy="961727"/>
      </dsp:txXfrm>
    </dsp:sp>
    <dsp:sp modelId="{CE45BAF9-E1B9-4136-ACAF-AC12BF958C27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63062-9298-42AD-8D6C-97DF0C6D3CBD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A4893-8C66-49F9-817A-1696BE52A60B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Corporate IT support systems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C579A-43BF-4E64-83BF-F6A8C11DF8C7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DE04A-677A-4344-81A4-5E9F88905602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61127-2120-4C5C-9221-C2C1CB5266CD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Data privacy responsibility</a:t>
          </a:r>
          <a:endParaRPr lang="en-US" sz="2200" kern="1200"/>
        </a:p>
      </dsp:txBody>
      <dsp:txXfrm>
        <a:off x="1110795" y="1897"/>
        <a:ext cx="3761242" cy="961727"/>
      </dsp:txXfrm>
    </dsp:sp>
    <dsp:sp modelId="{76F2CDDF-46AC-41DA-B2EF-55DBD8B4236D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3FA3E-DFF6-4BE8-AB07-A48ECE7AB276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BCF34-CCF1-40E8-8F31-413C6CF16750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Professional conduct</a:t>
          </a:r>
          <a:endParaRPr lang="en-US" sz="2200" kern="1200"/>
        </a:p>
      </dsp:txBody>
      <dsp:txXfrm>
        <a:off x="1110795" y="1204056"/>
        <a:ext cx="3761242" cy="961727"/>
      </dsp:txXfrm>
    </dsp:sp>
    <dsp:sp modelId="{FE3A65D1-A32A-4D12-8DA0-1084C4EFB1E3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74EA0-3446-4EC9-A05E-841448BB4358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D68D5-C382-46DC-8BC3-0B20597326E4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Confidentiality agreements</a:t>
          </a:r>
          <a:endParaRPr lang="en-US" sz="2200" kern="1200"/>
        </a:p>
      </dsp:txBody>
      <dsp:txXfrm>
        <a:off x="1110795" y="2406215"/>
        <a:ext cx="3761242" cy="961727"/>
      </dsp:txXfrm>
    </dsp:sp>
    <dsp:sp modelId="{A8522177-0E23-4CC0-B66C-7FCA8D268B20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750993-18C8-4DF9-B7CF-B52370E0F196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B6144-7F1C-47B7-B537-F5E952727E9B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Example: Never misuse company data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032E8-808E-45A4-9A3E-FF6B5B4DF8C5}">
      <dsp:nvSpPr>
        <dsp:cNvPr id="0" name=""/>
        <dsp:cNvSpPr/>
      </dsp:nvSpPr>
      <dsp:spPr>
        <a:xfrm>
          <a:off x="0" y="20879"/>
          <a:ext cx="4872038" cy="14601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A server operating system designed for enterprise management.</a:t>
          </a:r>
          <a:endParaRPr lang="en-US" sz="2600" kern="1200"/>
        </a:p>
      </dsp:txBody>
      <dsp:txXfrm>
        <a:off x="71279" y="92158"/>
        <a:ext cx="4729480" cy="1317602"/>
      </dsp:txXfrm>
    </dsp:sp>
    <dsp:sp modelId="{4EF97781-DF56-4F9B-98FF-5BF00282969A}">
      <dsp:nvSpPr>
        <dsp:cNvPr id="0" name=""/>
        <dsp:cNvSpPr/>
      </dsp:nvSpPr>
      <dsp:spPr>
        <a:xfrm>
          <a:off x="0" y="1555920"/>
          <a:ext cx="4872038" cy="1460160"/>
        </a:xfrm>
        <a:prstGeom prst="roundRect">
          <a:avLst/>
        </a:prstGeom>
        <a:gradFill rotWithShape="0">
          <a:gsLst>
            <a:gs pos="0">
              <a:schemeClr val="accent2">
                <a:hueOff val="-665368"/>
                <a:satOff val="4108"/>
                <a:lumOff val="-588"/>
                <a:alphaOff val="0"/>
                <a:tint val="98000"/>
                <a:lumMod val="114000"/>
              </a:schemeClr>
            </a:gs>
            <a:gs pos="100000">
              <a:schemeClr val="accent2">
                <a:hueOff val="-665368"/>
                <a:satOff val="4108"/>
                <a:lumOff val="-588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Used for user control, networking, and security.</a:t>
          </a:r>
          <a:endParaRPr lang="en-US" sz="2600" kern="1200"/>
        </a:p>
      </dsp:txBody>
      <dsp:txXfrm>
        <a:off x="71279" y="1627199"/>
        <a:ext cx="4729480" cy="1317602"/>
      </dsp:txXfrm>
    </dsp:sp>
    <dsp:sp modelId="{516DBB6B-2566-4052-A3DD-29C6291BC898}">
      <dsp:nvSpPr>
        <dsp:cNvPr id="0" name=""/>
        <dsp:cNvSpPr/>
      </dsp:nvSpPr>
      <dsp:spPr>
        <a:xfrm>
          <a:off x="0" y="3090960"/>
          <a:ext cx="4872038" cy="1460160"/>
        </a:xfrm>
        <a:prstGeom prst="roundRect">
          <a:avLst/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Supports virtualization and cloud integration.</a:t>
          </a:r>
          <a:endParaRPr lang="en-US" sz="2600" kern="1200"/>
        </a:p>
      </dsp:txBody>
      <dsp:txXfrm>
        <a:off x="71279" y="3162239"/>
        <a:ext cx="4729480" cy="13176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D8536-910D-43E6-9550-04D163AAF8FB}">
      <dsp:nvSpPr>
        <dsp:cNvPr id="0" name=""/>
        <dsp:cNvSpPr/>
      </dsp:nvSpPr>
      <dsp:spPr>
        <a:xfrm>
          <a:off x="0" y="1113840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E41B5-B213-4473-8C1B-230229E1BEFC}">
      <dsp:nvSpPr>
        <dsp:cNvPr id="0" name=""/>
        <dsp:cNvSpPr/>
      </dsp:nvSpPr>
      <dsp:spPr>
        <a:xfrm>
          <a:off x="243601" y="877680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Enhanced security layers</a:t>
          </a:r>
          <a:endParaRPr lang="en-US" sz="1600" kern="1200"/>
        </a:p>
      </dsp:txBody>
      <dsp:txXfrm>
        <a:off x="266658" y="900737"/>
        <a:ext cx="3364312" cy="426206"/>
      </dsp:txXfrm>
    </dsp:sp>
    <dsp:sp modelId="{555962A7-8354-4DAA-9F11-81CFCC6415B7}">
      <dsp:nvSpPr>
        <dsp:cNvPr id="0" name=""/>
        <dsp:cNvSpPr/>
      </dsp:nvSpPr>
      <dsp:spPr>
        <a:xfrm>
          <a:off x="0" y="1839600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858F3-415D-43E1-BD1F-0204ED24F3DF}">
      <dsp:nvSpPr>
        <dsp:cNvPr id="0" name=""/>
        <dsp:cNvSpPr/>
      </dsp:nvSpPr>
      <dsp:spPr>
        <a:xfrm>
          <a:off x="243601" y="1603440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-443578"/>
                <a:satOff val="2739"/>
                <a:lumOff val="-392"/>
                <a:alphaOff val="0"/>
                <a:tint val="98000"/>
                <a:lumMod val="114000"/>
              </a:schemeClr>
            </a:gs>
            <a:gs pos="100000">
              <a:schemeClr val="accent2">
                <a:hueOff val="-443578"/>
                <a:satOff val="2739"/>
                <a:lumOff val="-39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Hybrid cloud support</a:t>
          </a:r>
          <a:endParaRPr lang="en-US" sz="1600" kern="1200"/>
        </a:p>
      </dsp:txBody>
      <dsp:txXfrm>
        <a:off x="266658" y="1626497"/>
        <a:ext cx="3364312" cy="426206"/>
      </dsp:txXfrm>
    </dsp:sp>
    <dsp:sp modelId="{13546912-33EC-4796-808B-CFCB77041C65}">
      <dsp:nvSpPr>
        <dsp:cNvPr id="0" name=""/>
        <dsp:cNvSpPr/>
      </dsp:nvSpPr>
      <dsp:spPr>
        <a:xfrm>
          <a:off x="0" y="2565359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AA941-8024-41C9-93D6-22A0CB50879E}">
      <dsp:nvSpPr>
        <dsp:cNvPr id="0" name=""/>
        <dsp:cNvSpPr/>
      </dsp:nvSpPr>
      <dsp:spPr>
        <a:xfrm>
          <a:off x="243601" y="2329200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-887157"/>
                <a:satOff val="5477"/>
                <a:lumOff val="-784"/>
                <a:alphaOff val="0"/>
                <a:tint val="98000"/>
                <a:lumMod val="114000"/>
              </a:schemeClr>
            </a:gs>
            <a:gs pos="100000">
              <a:schemeClr val="accent2">
                <a:hueOff val="-887157"/>
                <a:satOff val="5477"/>
                <a:lumOff val="-7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Improved virtualization</a:t>
          </a:r>
          <a:endParaRPr lang="en-US" sz="1600" kern="1200"/>
        </a:p>
      </dsp:txBody>
      <dsp:txXfrm>
        <a:off x="266658" y="2352257"/>
        <a:ext cx="3364312" cy="426206"/>
      </dsp:txXfrm>
    </dsp:sp>
    <dsp:sp modelId="{D46E4D79-742B-4509-BE34-0907E1D5F9FA}">
      <dsp:nvSpPr>
        <dsp:cNvPr id="0" name=""/>
        <dsp:cNvSpPr/>
      </dsp:nvSpPr>
      <dsp:spPr>
        <a:xfrm>
          <a:off x="0" y="3291119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D567E-773E-4545-9D1A-221B836994FD}">
      <dsp:nvSpPr>
        <dsp:cNvPr id="0" name=""/>
        <dsp:cNvSpPr/>
      </dsp:nvSpPr>
      <dsp:spPr>
        <a:xfrm>
          <a:off x="243601" y="3054959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Centralized management tools</a:t>
          </a:r>
          <a:endParaRPr lang="en-US" sz="1600" kern="1200"/>
        </a:p>
      </dsp:txBody>
      <dsp:txXfrm>
        <a:off x="266658" y="3078016"/>
        <a:ext cx="3364312" cy="42620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2E691-6EBA-48FF-8DB6-AFDBFB93D936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F5468-26CB-4EB4-97F7-0BAF26BE7D62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61610-AF0C-476D-AC11-3BFFEF7A185E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Standard: Small to medium businesses</a:t>
          </a:r>
          <a:endParaRPr lang="en-US" sz="2400" kern="1200"/>
        </a:p>
      </dsp:txBody>
      <dsp:txXfrm>
        <a:off x="1508391" y="558"/>
        <a:ext cx="3363646" cy="1305966"/>
      </dsp:txXfrm>
    </dsp:sp>
    <dsp:sp modelId="{74C7A6DF-98F3-4595-B45C-7AC494CAFF27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7586C-26FF-4B30-A49D-D0F0FF38A2FC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222BA-5ECA-4ED6-B443-DCFA6CC03D42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Datacenter: Large enterprises &amp; virtualization</a:t>
          </a:r>
          <a:endParaRPr lang="en-US" sz="2400" kern="1200"/>
        </a:p>
      </dsp:txBody>
      <dsp:txXfrm>
        <a:off x="1508391" y="1633016"/>
        <a:ext cx="3363646" cy="1305966"/>
      </dsp:txXfrm>
    </dsp:sp>
    <dsp:sp modelId="{464D3EDE-8A24-4C46-9438-2DE0E03F4189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60A81-14CF-427B-BA84-01B17F7CE0FB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1DA2D-4A9F-44A5-987B-B0C2816A26AE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Essentials: Basic server needs</a:t>
          </a:r>
          <a:endParaRPr lang="en-US" sz="2400" kern="1200"/>
        </a:p>
      </dsp:txBody>
      <dsp:txXfrm>
        <a:off x="1508391" y="3265475"/>
        <a:ext cx="3363646" cy="130596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72F6A-D93B-44F9-A12A-0468F9C12261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861CE-0876-4E1D-98D8-F3890443D79A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961E2-1948-4E2B-8875-0B677C706B96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Depends on company size</a:t>
          </a:r>
          <a:endParaRPr lang="en-US" sz="2100" kern="1200"/>
        </a:p>
      </dsp:txBody>
      <dsp:txXfrm>
        <a:off x="1110795" y="1897"/>
        <a:ext cx="3761242" cy="961727"/>
      </dsp:txXfrm>
    </dsp:sp>
    <dsp:sp modelId="{B84559B9-D604-4ED0-89AA-A5B4EF2139E1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FAD63-5280-4C0B-A802-88371CA6CB3F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66172-2ED9-40C8-BF7D-0A7546EFD868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Virtualization requirements</a:t>
          </a:r>
          <a:endParaRPr lang="en-US" sz="2100" kern="1200"/>
        </a:p>
      </dsp:txBody>
      <dsp:txXfrm>
        <a:off x="1110795" y="1204056"/>
        <a:ext cx="3761242" cy="961727"/>
      </dsp:txXfrm>
    </dsp:sp>
    <dsp:sp modelId="{B6D9746A-F8AF-4797-B509-433FA1DC0805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645F2-F677-4A64-9834-4598B2B9B847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A8398-25AC-491D-9684-11A35755B0B2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Budget considerations</a:t>
          </a:r>
          <a:endParaRPr lang="en-US" sz="2100" kern="1200"/>
        </a:p>
      </dsp:txBody>
      <dsp:txXfrm>
        <a:off x="1110795" y="2406215"/>
        <a:ext cx="3761242" cy="961727"/>
      </dsp:txXfrm>
    </dsp:sp>
    <dsp:sp modelId="{E24416E2-767E-4E11-B473-17BDB3F2FD35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4E9F0-355D-4C31-9802-CF5A2C34AAA8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BEAFF-67FB-4331-B8C1-720F8D1D5779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Example: Large companies choose Datacenter</a:t>
          </a:r>
          <a:endParaRPr lang="en-US" sz="2100" kern="1200"/>
        </a:p>
      </dsp:txBody>
      <dsp:txXfrm>
        <a:off x="1110795" y="3608375"/>
        <a:ext cx="3761242" cy="96172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E8C2-2544-4A42-8F95-74280EBAA125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719312-1F73-459C-9554-E2140280653C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2D6A6-7BA7-4AEE-A2CA-A0D0F1588D5E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Clean installation</a:t>
          </a:r>
          <a:endParaRPr lang="en-US" sz="2200" kern="1200"/>
        </a:p>
      </dsp:txBody>
      <dsp:txXfrm>
        <a:off x="1110795" y="1897"/>
        <a:ext cx="3761242" cy="961727"/>
      </dsp:txXfrm>
    </dsp:sp>
    <dsp:sp modelId="{1E85F099-6E55-42FD-8FAB-341AEA73E189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501582-2F87-4FF1-BC1C-4855B703B291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35F94-8183-4FC1-A3D9-BCBF4442F234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Upgrade installation</a:t>
          </a:r>
          <a:endParaRPr lang="en-US" sz="2200" kern="1200"/>
        </a:p>
      </dsp:txBody>
      <dsp:txXfrm>
        <a:off x="1110795" y="1204056"/>
        <a:ext cx="3761242" cy="961727"/>
      </dsp:txXfrm>
    </dsp:sp>
    <dsp:sp modelId="{933F1040-E4AB-48C1-BF52-51A79F0DDF3F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BF27A-03F8-4D57-BCF8-A74917820B74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CEC9F-D3AF-4724-B5BB-6C27AEF4CF10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Network deployment</a:t>
          </a:r>
          <a:endParaRPr lang="en-US" sz="2200" kern="1200"/>
        </a:p>
      </dsp:txBody>
      <dsp:txXfrm>
        <a:off x="1110795" y="2406215"/>
        <a:ext cx="3761242" cy="961727"/>
      </dsp:txXfrm>
    </dsp:sp>
    <dsp:sp modelId="{D7DC57D7-F4C3-4BC6-81B0-6508AA57D105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69481-0109-40A7-8C1C-98FA185F4E61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975CE-DEE6-40A2-95B2-B4A4D52DE619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Automated deployment using scripts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1F6B5-0CC6-437E-A8D6-6BAFDBDA82DC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44B95-FA43-441C-A8C3-4A04E9C00F06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2221A-7F57-4A0B-9738-9AAB92E0F523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Regular updates</a:t>
          </a:r>
          <a:endParaRPr lang="en-US" sz="2200" kern="1200"/>
        </a:p>
      </dsp:txBody>
      <dsp:txXfrm>
        <a:off x="1110795" y="1897"/>
        <a:ext cx="3761242" cy="961727"/>
      </dsp:txXfrm>
    </dsp:sp>
    <dsp:sp modelId="{B1153DA3-9479-4C7E-A969-272C42585ACA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563D65-C1D3-4969-92D0-1A9EDEB47642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D194E-4375-4869-A60C-BD3A95CE2A38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Security patch management</a:t>
          </a:r>
          <a:endParaRPr lang="en-US" sz="2200" kern="1200"/>
        </a:p>
      </dsp:txBody>
      <dsp:txXfrm>
        <a:off x="1110795" y="1204056"/>
        <a:ext cx="3761242" cy="961727"/>
      </dsp:txXfrm>
    </dsp:sp>
    <dsp:sp modelId="{805F0C22-4F24-422E-AE07-080F8DED8AB7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18F43-2B3B-47E8-A919-58AFED9FD490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104BD-4129-458B-A9ED-BCC7C35EFEA9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System monitoring</a:t>
          </a:r>
          <a:endParaRPr lang="en-US" sz="2200" kern="1200"/>
        </a:p>
      </dsp:txBody>
      <dsp:txXfrm>
        <a:off x="1110795" y="2406215"/>
        <a:ext cx="3761242" cy="961727"/>
      </dsp:txXfrm>
    </dsp:sp>
    <dsp:sp modelId="{17DB8FD0-3539-4320-B8CA-00B8E0313780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B934F-7435-4F34-B4BE-8ACA25D42A0F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E3346-11FC-438B-9A29-59CEA28B6BA2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Performance optimization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16A71-6543-48C8-A86E-31E77C838B6F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8CFDC-F23A-4E10-91DE-31E34F436EC2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9CBF0-11E4-4751-80EF-60C13C9148C8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Legal licensing ensures support</a:t>
          </a:r>
          <a:endParaRPr lang="en-US" sz="2500" kern="1200"/>
        </a:p>
      </dsp:txBody>
      <dsp:txXfrm>
        <a:off x="1508391" y="558"/>
        <a:ext cx="3363646" cy="1305966"/>
      </dsp:txXfrm>
    </dsp:sp>
    <dsp:sp modelId="{F0A3B5F7-293D-472B-B878-F02D6E1CD912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E26E8-0EA5-4108-B14A-E66EA6126D19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CE3E5-C783-462F-A00B-1033AF84760D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Volume licensing for enterprises</a:t>
          </a:r>
          <a:endParaRPr lang="en-US" sz="2500" kern="1200"/>
        </a:p>
      </dsp:txBody>
      <dsp:txXfrm>
        <a:off x="1508391" y="1633016"/>
        <a:ext cx="3363646" cy="1305966"/>
      </dsp:txXfrm>
    </dsp:sp>
    <dsp:sp modelId="{2A27EDD0-A136-4EA7-9F8E-C87FCB398E49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4B6F2-AF57-45FD-B77A-032A14F09A92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B4DCD-A506-49F1-8FF2-04AF9A9417C8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Activation protects system integrity</a:t>
          </a:r>
          <a:endParaRPr lang="en-US" sz="2500" kern="1200"/>
        </a:p>
      </dsp:txBody>
      <dsp:txXfrm>
        <a:off x="1508391" y="3265475"/>
        <a:ext cx="3363646" cy="130596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87430E-B929-47E3-95D8-FF7EA5979942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FFB70-FFD0-4F09-99EC-822519452702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DB5E5-E7B9-4C1C-B4DF-AC42C887B331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Minimal interface installation</a:t>
          </a:r>
          <a:endParaRPr lang="en-US" sz="2200" kern="1200"/>
        </a:p>
      </dsp:txBody>
      <dsp:txXfrm>
        <a:off x="1110795" y="1897"/>
        <a:ext cx="3761242" cy="961727"/>
      </dsp:txXfrm>
    </dsp:sp>
    <dsp:sp modelId="{BE33F635-3B94-4BD5-B2D6-3BB1B06828D1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BBF1E-27AA-4BE5-BAA5-4E8DF935774A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90C1A-2E26-49C8-B721-699197621EFC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No graphical desktop</a:t>
          </a:r>
          <a:endParaRPr lang="en-US" sz="2200" kern="1200"/>
        </a:p>
      </dsp:txBody>
      <dsp:txXfrm>
        <a:off x="1110795" y="1204056"/>
        <a:ext cx="3761242" cy="961727"/>
      </dsp:txXfrm>
    </dsp:sp>
    <dsp:sp modelId="{D376A942-B934-4C13-812F-91352194B1BA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0FE155-57FC-4C1A-B847-D31C428BDA14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88072-D031-4FE7-8990-2943136F0930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Lower resource usage</a:t>
          </a:r>
          <a:endParaRPr lang="en-US" sz="2200" kern="1200"/>
        </a:p>
      </dsp:txBody>
      <dsp:txXfrm>
        <a:off x="1110795" y="2406215"/>
        <a:ext cx="3761242" cy="961727"/>
      </dsp:txXfrm>
    </dsp:sp>
    <dsp:sp modelId="{F733CA56-043B-4845-BAB6-FD7CA914748E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0DDAB-7EB2-4AB1-95DD-3C4B12EB6EC6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794CA-A148-490C-8686-3798B5867B3A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Higher security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2818C-8C61-4CA6-A8EE-D489A3CCBBF5}">
      <dsp:nvSpPr>
        <dsp:cNvPr id="0" name=""/>
        <dsp:cNvSpPr/>
      </dsp:nvSpPr>
      <dsp:spPr>
        <a:xfrm>
          <a:off x="0" y="1040579"/>
          <a:ext cx="487203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5C233-F715-457B-8132-95FAF3EDC2F3}">
      <dsp:nvSpPr>
        <dsp:cNvPr id="0" name=""/>
        <dsp:cNvSpPr/>
      </dsp:nvSpPr>
      <dsp:spPr>
        <a:xfrm>
          <a:off x="243601" y="789659"/>
          <a:ext cx="341042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Reduced attack surface</a:t>
          </a:r>
          <a:endParaRPr lang="en-US" sz="1700" kern="1200"/>
        </a:p>
      </dsp:txBody>
      <dsp:txXfrm>
        <a:off x="268099" y="814157"/>
        <a:ext cx="3361430" cy="452844"/>
      </dsp:txXfrm>
    </dsp:sp>
    <dsp:sp modelId="{B3014DE5-4DF4-4E84-92E4-9D879F23018E}">
      <dsp:nvSpPr>
        <dsp:cNvPr id="0" name=""/>
        <dsp:cNvSpPr/>
      </dsp:nvSpPr>
      <dsp:spPr>
        <a:xfrm>
          <a:off x="0" y="1811700"/>
          <a:ext cx="487203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A911B-9B7A-4188-82CF-0653EB3F385A}">
      <dsp:nvSpPr>
        <dsp:cNvPr id="0" name=""/>
        <dsp:cNvSpPr/>
      </dsp:nvSpPr>
      <dsp:spPr>
        <a:xfrm>
          <a:off x="243601" y="1560779"/>
          <a:ext cx="3410426" cy="501840"/>
        </a:xfrm>
        <a:prstGeom prst="roundRect">
          <a:avLst/>
        </a:prstGeom>
        <a:gradFill rotWithShape="0">
          <a:gsLst>
            <a:gs pos="0">
              <a:schemeClr val="accent2">
                <a:hueOff val="-443578"/>
                <a:satOff val="2739"/>
                <a:lumOff val="-392"/>
                <a:alphaOff val="0"/>
                <a:tint val="98000"/>
                <a:lumMod val="114000"/>
              </a:schemeClr>
            </a:gs>
            <a:gs pos="100000">
              <a:schemeClr val="accent2">
                <a:hueOff val="-443578"/>
                <a:satOff val="2739"/>
                <a:lumOff val="-39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Faster performance</a:t>
          </a:r>
          <a:endParaRPr lang="en-US" sz="1700" kern="1200"/>
        </a:p>
      </dsp:txBody>
      <dsp:txXfrm>
        <a:off x="268099" y="1585277"/>
        <a:ext cx="3361430" cy="452844"/>
      </dsp:txXfrm>
    </dsp:sp>
    <dsp:sp modelId="{06E663AC-03AE-4682-BF75-4D48BEAF9E11}">
      <dsp:nvSpPr>
        <dsp:cNvPr id="0" name=""/>
        <dsp:cNvSpPr/>
      </dsp:nvSpPr>
      <dsp:spPr>
        <a:xfrm>
          <a:off x="0" y="2582820"/>
          <a:ext cx="487203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54BC8-86F4-45E6-B817-96FFF5794ECA}">
      <dsp:nvSpPr>
        <dsp:cNvPr id="0" name=""/>
        <dsp:cNvSpPr/>
      </dsp:nvSpPr>
      <dsp:spPr>
        <a:xfrm>
          <a:off x="243601" y="2331899"/>
          <a:ext cx="3410426" cy="501840"/>
        </a:xfrm>
        <a:prstGeom prst="roundRect">
          <a:avLst/>
        </a:prstGeom>
        <a:gradFill rotWithShape="0">
          <a:gsLst>
            <a:gs pos="0">
              <a:schemeClr val="accent2">
                <a:hueOff val="-887157"/>
                <a:satOff val="5477"/>
                <a:lumOff val="-784"/>
                <a:alphaOff val="0"/>
                <a:tint val="98000"/>
                <a:lumMod val="114000"/>
              </a:schemeClr>
            </a:gs>
            <a:gs pos="100000">
              <a:schemeClr val="accent2">
                <a:hueOff val="-887157"/>
                <a:satOff val="5477"/>
                <a:lumOff val="-7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Less maintenance</a:t>
          </a:r>
          <a:endParaRPr lang="en-US" sz="1700" kern="1200"/>
        </a:p>
      </dsp:txBody>
      <dsp:txXfrm>
        <a:off x="268099" y="2356397"/>
        <a:ext cx="3361430" cy="452844"/>
      </dsp:txXfrm>
    </dsp:sp>
    <dsp:sp modelId="{AC291E44-2D40-43DF-B589-700ED049D550}">
      <dsp:nvSpPr>
        <dsp:cNvPr id="0" name=""/>
        <dsp:cNvSpPr/>
      </dsp:nvSpPr>
      <dsp:spPr>
        <a:xfrm>
          <a:off x="0" y="3353939"/>
          <a:ext cx="487203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952E9-FDE1-4EF2-98DB-E39BA637CF00}">
      <dsp:nvSpPr>
        <dsp:cNvPr id="0" name=""/>
        <dsp:cNvSpPr/>
      </dsp:nvSpPr>
      <dsp:spPr>
        <a:xfrm>
          <a:off x="243601" y="3103019"/>
          <a:ext cx="3410426" cy="501840"/>
        </a:xfrm>
        <a:prstGeom prst="roundRect">
          <a:avLst/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Ideal for secure environments</a:t>
          </a:r>
          <a:endParaRPr lang="en-US" sz="1700" kern="1200"/>
        </a:p>
      </dsp:txBody>
      <dsp:txXfrm>
        <a:off x="268099" y="3127517"/>
        <a:ext cx="3361430" cy="45284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FD6F2-60F8-43A2-9FA4-51D1E8C179B0}">
      <dsp:nvSpPr>
        <dsp:cNvPr id="0" name=""/>
        <dsp:cNvSpPr/>
      </dsp:nvSpPr>
      <dsp:spPr>
        <a:xfrm>
          <a:off x="0" y="1113840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83C99-471F-42DF-AFDD-2DB9F5F39DEB}">
      <dsp:nvSpPr>
        <dsp:cNvPr id="0" name=""/>
        <dsp:cNvSpPr/>
      </dsp:nvSpPr>
      <dsp:spPr>
        <a:xfrm>
          <a:off x="243601" y="877680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Core: Command-line focused</a:t>
          </a:r>
          <a:endParaRPr lang="en-US" sz="1600" kern="1200"/>
        </a:p>
      </dsp:txBody>
      <dsp:txXfrm>
        <a:off x="266658" y="900737"/>
        <a:ext cx="3364312" cy="426206"/>
      </dsp:txXfrm>
    </dsp:sp>
    <dsp:sp modelId="{22EE1662-F822-47F6-BFBC-EC1C2059E4B9}">
      <dsp:nvSpPr>
        <dsp:cNvPr id="0" name=""/>
        <dsp:cNvSpPr/>
      </dsp:nvSpPr>
      <dsp:spPr>
        <a:xfrm>
          <a:off x="0" y="1839600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67542-1911-430D-AA37-04077824114C}">
      <dsp:nvSpPr>
        <dsp:cNvPr id="0" name=""/>
        <dsp:cNvSpPr/>
      </dsp:nvSpPr>
      <dsp:spPr>
        <a:xfrm>
          <a:off x="243601" y="1603440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-443578"/>
                <a:satOff val="2739"/>
                <a:lumOff val="-392"/>
                <a:alphaOff val="0"/>
                <a:tint val="98000"/>
                <a:lumMod val="114000"/>
              </a:schemeClr>
            </a:gs>
            <a:gs pos="100000">
              <a:schemeClr val="accent2">
                <a:hueOff val="-443578"/>
                <a:satOff val="2739"/>
                <a:lumOff val="-39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Desktop: GUI interface</a:t>
          </a:r>
          <a:endParaRPr lang="en-US" sz="1600" kern="1200"/>
        </a:p>
      </dsp:txBody>
      <dsp:txXfrm>
        <a:off x="266658" y="1626497"/>
        <a:ext cx="3364312" cy="426206"/>
      </dsp:txXfrm>
    </dsp:sp>
    <dsp:sp modelId="{BF495CF2-EFB1-4300-A197-67C12CD3E1C7}">
      <dsp:nvSpPr>
        <dsp:cNvPr id="0" name=""/>
        <dsp:cNvSpPr/>
      </dsp:nvSpPr>
      <dsp:spPr>
        <a:xfrm>
          <a:off x="0" y="2565359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DBA42-E28D-4386-A2A7-9069A14C860A}">
      <dsp:nvSpPr>
        <dsp:cNvPr id="0" name=""/>
        <dsp:cNvSpPr/>
      </dsp:nvSpPr>
      <dsp:spPr>
        <a:xfrm>
          <a:off x="243601" y="2329200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-887157"/>
                <a:satOff val="5477"/>
                <a:lumOff val="-784"/>
                <a:alphaOff val="0"/>
                <a:tint val="98000"/>
                <a:lumMod val="114000"/>
              </a:schemeClr>
            </a:gs>
            <a:gs pos="100000">
              <a:schemeClr val="accent2">
                <a:hueOff val="-887157"/>
                <a:satOff val="5477"/>
                <a:lumOff val="-7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Core = performance &amp; security</a:t>
          </a:r>
          <a:endParaRPr lang="en-US" sz="1600" kern="1200"/>
        </a:p>
      </dsp:txBody>
      <dsp:txXfrm>
        <a:off x="266658" y="2352257"/>
        <a:ext cx="3364312" cy="426206"/>
      </dsp:txXfrm>
    </dsp:sp>
    <dsp:sp modelId="{9BA2E8AC-CA07-486B-9AC1-B2581A8FD27C}">
      <dsp:nvSpPr>
        <dsp:cNvPr id="0" name=""/>
        <dsp:cNvSpPr/>
      </dsp:nvSpPr>
      <dsp:spPr>
        <a:xfrm>
          <a:off x="0" y="3291119"/>
          <a:ext cx="487203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A6BBE-0074-4436-90A7-89D204350614}">
      <dsp:nvSpPr>
        <dsp:cNvPr id="0" name=""/>
        <dsp:cNvSpPr/>
      </dsp:nvSpPr>
      <dsp:spPr>
        <a:xfrm>
          <a:off x="243601" y="3054959"/>
          <a:ext cx="3410426" cy="472320"/>
        </a:xfrm>
        <a:prstGeom prst="roundRect">
          <a:avLst/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906" tIns="0" rIns="1289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Desktop = easier learning</a:t>
          </a:r>
          <a:endParaRPr lang="en-US" sz="1600" kern="1200"/>
        </a:p>
      </dsp:txBody>
      <dsp:txXfrm>
        <a:off x="266658" y="3078016"/>
        <a:ext cx="3364312" cy="42620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D380B-58ED-48BD-A46B-FA073CE7F0C1}">
      <dsp:nvSpPr>
        <dsp:cNvPr id="0" name=""/>
        <dsp:cNvSpPr/>
      </dsp:nvSpPr>
      <dsp:spPr>
        <a:xfrm>
          <a:off x="0" y="1011753"/>
          <a:ext cx="705326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98F9B-9677-4346-B7BC-030D1E3B9FEA}">
      <dsp:nvSpPr>
        <dsp:cNvPr id="0" name=""/>
        <dsp:cNvSpPr/>
      </dsp:nvSpPr>
      <dsp:spPr>
        <a:xfrm>
          <a:off x="352663" y="716552"/>
          <a:ext cx="4937284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18" tIns="0" rIns="1866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Browser-based server management</a:t>
          </a:r>
          <a:endParaRPr lang="en-US" sz="2000" kern="1200"/>
        </a:p>
      </dsp:txBody>
      <dsp:txXfrm>
        <a:off x="381484" y="745373"/>
        <a:ext cx="4879642" cy="532758"/>
      </dsp:txXfrm>
    </dsp:sp>
    <dsp:sp modelId="{1DFC4C80-7D61-40A4-B0B9-AD58CE6A3B47}">
      <dsp:nvSpPr>
        <dsp:cNvPr id="0" name=""/>
        <dsp:cNvSpPr/>
      </dsp:nvSpPr>
      <dsp:spPr>
        <a:xfrm>
          <a:off x="0" y="1918953"/>
          <a:ext cx="705326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1313969"/>
              <a:satOff val="-8924"/>
              <a:lumOff val="-3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03540-6459-40F2-91AA-222BA4A1B4F8}">
      <dsp:nvSpPr>
        <dsp:cNvPr id="0" name=""/>
        <dsp:cNvSpPr/>
      </dsp:nvSpPr>
      <dsp:spPr>
        <a:xfrm>
          <a:off x="352663" y="1623753"/>
          <a:ext cx="4937284" cy="590400"/>
        </a:xfrm>
        <a:prstGeom prst="roundRect">
          <a:avLst/>
        </a:prstGeom>
        <a:solidFill>
          <a:schemeClr val="accent5">
            <a:hueOff val="-1313969"/>
            <a:satOff val="-8924"/>
            <a:lumOff val="-372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18" tIns="0" rIns="1866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Remote control of multiple servers</a:t>
          </a:r>
          <a:endParaRPr lang="en-US" sz="2000" kern="1200"/>
        </a:p>
      </dsp:txBody>
      <dsp:txXfrm>
        <a:off x="381484" y="1652574"/>
        <a:ext cx="4879642" cy="532758"/>
      </dsp:txXfrm>
    </dsp:sp>
    <dsp:sp modelId="{4DBFE039-7B43-49C7-9058-C038276DA0E2}">
      <dsp:nvSpPr>
        <dsp:cNvPr id="0" name=""/>
        <dsp:cNvSpPr/>
      </dsp:nvSpPr>
      <dsp:spPr>
        <a:xfrm>
          <a:off x="0" y="2826153"/>
          <a:ext cx="705326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E1CFD-80E7-40C0-96EB-9C69976478B8}">
      <dsp:nvSpPr>
        <dsp:cNvPr id="0" name=""/>
        <dsp:cNvSpPr/>
      </dsp:nvSpPr>
      <dsp:spPr>
        <a:xfrm>
          <a:off x="352663" y="2530953"/>
          <a:ext cx="4937284" cy="590400"/>
        </a:xfrm>
        <a:prstGeom prst="roundRect">
          <a:avLst/>
        </a:prstGeom>
        <a:solidFill>
          <a:schemeClr val="accent5">
            <a:hueOff val="-2627937"/>
            <a:satOff val="-17848"/>
            <a:lumOff val="-745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18" tIns="0" rIns="18661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Central monitoring dashboard</a:t>
          </a:r>
          <a:endParaRPr lang="en-US" sz="2000" kern="1200"/>
        </a:p>
      </dsp:txBody>
      <dsp:txXfrm>
        <a:off x="381484" y="2559774"/>
        <a:ext cx="4879642" cy="53275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898D9-DA17-4CD0-BCDB-0A4CE2B215E5}">
      <dsp:nvSpPr>
        <dsp:cNvPr id="0" name=""/>
        <dsp:cNvSpPr/>
      </dsp:nvSpPr>
      <dsp:spPr>
        <a:xfrm>
          <a:off x="0" y="1412"/>
          <a:ext cx="8171528" cy="7160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FB403-CF09-49C0-A07D-D0021BBD6F0C}">
      <dsp:nvSpPr>
        <dsp:cNvPr id="0" name=""/>
        <dsp:cNvSpPr/>
      </dsp:nvSpPr>
      <dsp:spPr>
        <a:xfrm>
          <a:off x="216618" y="162534"/>
          <a:ext cx="393852" cy="393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6532A-65D3-4C86-A609-5447D9939FE9}">
      <dsp:nvSpPr>
        <dsp:cNvPr id="0" name=""/>
        <dsp:cNvSpPr/>
      </dsp:nvSpPr>
      <dsp:spPr>
        <a:xfrm>
          <a:off x="827089" y="1412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Command-line automation tool</a:t>
          </a:r>
          <a:endParaRPr lang="en-US" sz="2200" kern="1200"/>
        </a:p>
      </dsp:txBody>
      <dsp:txXfrm>
        <a:off x="827089" y="1412"/>
        <a:ext cx="7344438" cy="716094"/>
      </dsp:txXfrm>
    </dsp:sp>
    <dsp:sp modelId="{4B084752-974D-4494-B0B1-4AA481F9B8D8}">
      <dsp:nvSpPr>
        <dsp:cNvPr id="0" name=""/>
        <dsp:cNvSpPr/>
      </dsp:nvSpPr>
      <dsp:spPr>
        <a:xfrm>
          <a:off x="0" y="896531"/>
          <a:ext cx="8171528" cy="716094"/>
        </a:xfrm>
        <a:prstGeom prst="roundRect">
          <a:avLst>
            <a:gd name="adj" fmla="val 10000"/>
          </a:avLst>
        </a:prstGeom>
        <a:solidFill>
          <a:schemeClr val="accent5">
            <a:hueOff val="-875979"/>
            <a:satOff val="-5949"/>
            <a:lumOff val="-24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511AE-1780-40A9-BD3D-5E0A8709418D}">
      <dsp:nvSpPr>
        <dsp:cNvPr id="0" name=""/>
        <dsp:cNvSpPr/>
      </dsp:nvSpPr>
      <dsp:spPr>
        <a:xfrm>
          <a:off x="216618" y="1057653"/>
          <a:ext cx="393852" cy="393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C1E8B-C138-4B2B-B81D-A3FF66CAC8BE}">
      <dsp:nvSpPr>
        <dsp:cNvPr id="0" name=""/>
        <dsp:cNvSpPr/>
      </dsp:nvSpPr>
      <dsp:spPr>
        <a:xfrm>
          <a:off x="827089" y="896531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Bulk configuration management</a:t>
          </a:r>
          <a:endParaRPr lang="en-US" sz="2200" kern="1200"/>
        </a:p>
      </dsp:txBody>
      <dsp:txXfrm>
        <a:off x="827089" y="896531"/>
        <a:ext cx="7344438" cy="716094"/>
      </dsp:txXfrm>
    </dsp:sp>
    <dsp:sp modelId="{6D3EEB38-8E8F-4453-AE44-FE95CF4310D4}">
      <dsp:nvSpPr>
        <dsp:cNvPr id="0" name=""/>
        <dsp:cNvSpPr/>
      </dsp:nvSpPr>
      <dsp:spPr>
        <a:xfrm>
          <a:off x="0" y="1791650"/>
          <a:ext cx="8171528" cy="716094"/>
        </a:xfrm>
        <a:prstGeom prst="roundRect">
          <a:avLst>
            <a:gd name="adj" fmla="val 10000"/>
          </a:avLst>
        </a:prstGeom>
        <a:solidFill>
          <a:schemeClr val="accent5">
            <a:hueOff val="-1751958"/>
            <a:satOff val="-11899"/>
            <a:lumOff val="-496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F59D5-80FF-481E-9506-5AE051F9E622}">
      <dsp:nvSpPr>
        <dsp:cNvPr id="0" name=""/>
        <dsp:cNvSpPr/>
      </dsp:nvSpPr>
      <dsp:spPr>
        <a:xfrm>
          <a:off x="216618" y="1952771"/>
          <a:ext cx="393852" cy="393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D3D48-DA89-43A8-BC7D-6BD2FE71B2A5}">
      <dsp:nvSpPr>
        <dsp:cNvPr id="0" name=""/>
        <dsp:cNvSpPr/>
      </dsp:nvSpPr>
      <dsp:spPr>
        <a:xfrm>
          <a:off x="827089" y="1791650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Scripted system control</a:t>
          </a:r>
          <a:endParaRPr lang="en-US" sz="2200" kern="1200"/>
        </a:p>
      </dsp:txBody>
      <dsp:txXfrm>
        <a:off x="827089" y="1791650"/>
        <a:ext cx="7344438" cy="716094"/>
      </dsp:txXfrm>
    </dsp:sp>
    <dsp:sp modelId="{110C89B3-C083-4774-9433-B61C114CB6B6}">
      <dsp:nvSpPr>
        <dsp:cNvPr id="0" name=""/>
        <dsp:cNvSpPr/>
      </dsp:nvSpPr>
      <dsp:spPr>
        <a:xfrm>
          <a:off x="0" y="2686769"/>
          <a:ext cx="8171528" cy="716094"/>
        </a:xfrm>
        <a:prstGeom prst="roundRect">
          <a:avLst>
            <a:gd name="adj" fmla="val 10000"/>
          </a:avLst>
        </a:prstGeom>
        <a:solidFill>
          <a:schemeClr val="accent5">
            <a:hueOff val="-2627937"/>
            <a:satOff val="-17848"/>
            <a:lumOff val="-74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6F581-5FB9-488C-B02C-51D6FBB48EBB}">
      <dsp:nvSpPr>
        <dsp:cNvPr id="0" name=""/>
        <dsp:cNvSpPr/>
      </dsp:nvSpPr>
      <dsp:spPr>
        <a:xfrm>
          <a:off x="216618" y="2847890"/>
          <a:ext cx="393852" cy="3938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2165A-424B-4B16-808B-0F2EB0C64045}">
      <dsp:nvSpPr>
        <dsp:cNvPr id="0" name=""/>
        <dsp:cNvSpPr/>
      </dsp:nvSpPr>
      <dsp:spPr>
        <a:xfrm>
          <a:off x="827089" y="2686769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Example: Create 100 users instantly</a:t>
          </a:r>
          <a:endParaRPr lang="en-US" sz="2200" kern="1200"/>
        </a:p>
      </dsp:txBody>
      <dsp:txXfrm>
        <a:off x="827089" y="2686769"/>
        <a:ext cx="7344438" cy="71609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7C7F9-8E0B-4C23-BD44-FC8767954F87}">
      <dsp:nvSpPr>
        <dsp:cNvPr id="0" name=""/>
        <dsp:cNvSpPr/>
      </dsp:nvSpPr>
      <dsp:spPr>
        <a:xfrm>
          <a:off x="0" y="0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Role-based access control</a:t>
          </a:r>
          <a:endParaRPr lang="en-US" sz="2300" kern="1200"/>
        </a:p>
      </dsp:txBody>
      <dsp:txXfrm>
        <a:off x="26138" y="26138"/>
        <a:ext cx="4604216" cy="840139"/>
      </dsp:txXfrm>
    </dsp:sp>
    <dsp:sp modelId="{0D4C0181-181B-4D04-AE58-1A166C4AFC8F}">
      <dsp:nvSpPr>
        <dsp:cNvPr id="0" name=""/>
        <dsp:cNvSpPr/>
      </dsp:nvSpPr>
      <dsp:spPr>
        <a:xfrm>
          <a:off x="472568" y="1054672"/>
          <a:ext cx="5642611" cy="8924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Least privilege principle</a:t>
          </a:r>
          <a:endParaRPr lang="en-US" sz="2300" kern="1200"/>
        </a:p>
      </dsp:txBody>
      <dsp:txXfrm>
        <a:off x="498706" y="1080810"/>
        <a:ext cx="4537696" cy="840139"/>
      </dsp:txXfrm>
    </dsp:sp>
    <dsp:sp modelId="{7B013D7A-CE6E-48D6-9610-05B544672573}">
      <dsp:nvSpPr>
        <dsp:cNvPr id="0" name=""/>
        <dsp:cNvSpPr/>
      </dsp:nvSpPr>
      <dsp:spPr>
        <a:xfrm>
          <a:off x="938084" y="2109345"/>
          <a:ext cx="5642611" cy="8924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Improves security</a:t>
          </a:r>
          <a:endParaRPr lang="en-US" sz="2300" kern="1200"/>
        </a:p>
      </dsp:txBody>
      <dsp:txXfrm>
        <a:off x="964222" y="2135483"/>
        <a:ext cx="4544749" cy="840139"/>
      </dsp:txXfrm>
    </dsp:sp>
    <dsp:sp modelId="{0D198476-6447-4AD7-AFA7-1A168407C12B}">
      <dsp:nvSpPr>
        <dsp:cNvPr id="0" name=""/>
        <dsp:cNvSpPr/>
      </dsp:nvSpPr>
      <dsp:spPr>
        <a:xfrm>
          <a:off x="1410652" y="3164018"/>
          <a:ext cx="5642611" cy="8924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Example: Helpdesk resets passwords only</a:t>
          </a:r>
          <a:endParaRPr lang="en-US" sz="2300" kern="1200"/>
        </a:p>
      </dsp:txBody>
      <dsp:txXfrm>
        <a:off x="1436790" y="3190156"/>
        <a:ext cx="4537696" cy="840139"/>
      </dsp:txXfrm>
    </dsp:sp>
    <dsp:sp modelId="{429FBA4B-F7A2-4537-921B-75C384CF1F7F}">
      <dsp:nvSpPr>
        <dsp:cNvPr id="0" name=""/>
        <dsp:cNvSpPr/>
      </dsp:nvSpPr>
      <dsp:spPr>
        <a:xfrm>
          <a:off x="5062541" y="683509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193057" y="683509"/>
        <a:ext cx="319038" cy="436503"/>
      </dsp:txXfrm>
    </dsp:sp>
    <dsp:sp modelId="{9261BA1E-1CA8-4F64-9312-62F7C1876521}">
      <dsp:nvSpPr>
        <dsp:cNvPr id="0" name=""/>
        <dsp:cNvSpPr/>
      </dsp:nvSpPr>
      <dsp:spPr>
        <a:xfrm>
          <a:off x="5535109" y="1738181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665625" y="1738181"/>
        <a:ext cx="319038" cy="436503"/>
      </dsp:txXfrm>
    </dsp:sp>
    <dsp:sp modelId="{DBA1C486-F67E-44F7-80CA-72FC25F1D739}">
      <dsp:nvSpPr>
        <dsp:cNvPr id="0" name=""/>
        <dsp:cNvSpPr/>
      </dsp:nvSpPr>
      <dsp:spPr>
        <a:xfrm>
          <a:off x="6000625" y="2792854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31141" y="2792854"/>
        <a:ext cx="319038" cy="43650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48B77-BEBF-49B8-A23D-9FCCA2CFC458}">
      <dsp:nvSpPr>
        <dsp:cNvPr id="0" name=""/>
        <dsp:cNvSpPr/>
      </dsp:nvSpPr>
      <dsp:spPr>
        <a:xfrm>
          <a:off x="1168053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79774-7C67-4B61-A58B-AAB88968AAFC}">
      <dsp:nvSpPr>
        <dsp:cNvPr id="0" name=""/>
        <dsp:cNvSpPr/>
      </dsp:nvSpPr>
      <dsp:spPr>
        <a:xfrm>
          <a:off x="738312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Security-first mindset</a:t>
          </a:r>
          <a:endParaRPr lang="en-US" sz="1600" kern="1200"/>
        </a:p>
      </dsp:txBody>
      <dsp:txXfrm>
        <a:off x="738312" y="1277325"/>
        <a:ext cx="1562695" cy="625078"/>
      </dsp:txXfrm>
    </dsp:sp>
    <dsp:sp modelId="{B44E192F-D790-433B-AA38-0EE9C5B9D652}">
      <dsp:nvSpPr>
        <dsp:cNvPr id="0" name=""/>
        <dsp:cNvSpPr/>
      </dsp:nvSpPr>
      <dsp:spPr>
        <a:xfrm>
          <a:off x="3004220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95670-3DBF-4CB7-BD16-8B1F95EB1D5D}">
      <dsp:nvSpPr>
        <dsp:cNvPr id="0" name=""/>
        <dsp:cNvSpPr/>
      </dsp:nvSpPr>
      <dsp:spPr>
        <a:xfrm>
          <a:off x="2574479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Backup strategy</a:t>
          </a:r>
          <a:endParaRPr lang="en-US" sz="1600" kern="1200"/>
        </a:p>
      </dsp:txBody>
      <dsp:txXfrm>
        <a:off x="2574479" y="1277325"/>
        <a:ext cx="1562695" cy="625078"/>
      </dsp:txXfrm>
    </dsp:sp>
    <dsp:sp modelId="{FF1BA5A3-9074-46E2-9E28-F1C4A8952F95}">
      <dsp:nvSpPr>
        <dsp:cNvPr id="0" name=""/>
        <dsp:cNvSpPr/>
      </dsp:nvSpPr>
      <dsp:spPr>
        <a:xfrm>
          <a:off x="4840387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D99BC-49F7-4B54-8F54-E75207C53562}">
      <dsp:nvSpPr>
        <dsp:cNvPr id="0" name=""/>
        <dsp:cNvSpPr/>
      </dsp:nvSpPr>
      <dsp:spPr>
        <a:xfrm>
          <a:off x="4410646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Monitoring discipline</a:t>
          </a:r>
          <a:endParaRPr lang="en-US" sz="1600" kern="1200"/>
        </a:p>
      </dsp:txBody>
      <dsp:txXfrm>
        <a:off x="4410646" y="1277325"/>
        <a:ext cx="1562695" cy="625078"/>
      </dsp:txXfrm>
    </dsp:sp>
    <dsp:sp modelId="{2F426DCF-1246-4B1D-8902-4ADDE5922F31}">
      <dsp:nvSpPr>
        <dsp:cNvPr id="0" name=""/>
        <dsp:cNvSpPr/>
      </dsp:nvSpPr>
      <dsp:spPr>
        <a:xfrm>
          <a:off x="3004220" y="2293077"/>
          <a:ext cx="703212" cy="7032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29CA9-1FD1-4DFF-94B4-784DADDEBDEC}">
      <dsp:nvSpPr>
        <dsp:cNvPr id="0" name=""/>
        <dsp:cNvSpPr/>
      </dsp:nvSpPr>
      <dsp:spPr>
        <a:xfrm>
          <a:off x="2574479" y="3248019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Documentation culture</a:t>
          </a:r>
          <a:endParaRPr lang="en-US" sz="1600" kern="1200"/>
        </a:p>
      </dsp:txBody>
      <dsp:txXfrm>
        <a:off x="2574479" y="3248019"/>
        <a:ext cx="1562695" cy="62507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4A599-45DA-4147-9877-BFFC6C71D062}">
      <dsp:nvSpPr>
        <dsp:cNvPr id="0" name=""/>
        <dsp:cNvSpPr/>
      </dsp:nvSpPr>
      <dsp:spPr>
        <a:xfrm>
          <a:off x="0" y="512"/>
          <a:ext cx="6711654" cy="1198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B2E52-2022-4FA5-9E2B-7632EBED1D04}">
      <dsp:nvSpPr>
        <dsp:cNvPr id="0" name=""/>
        <dsp:cNvSpPr/>
      </dsp:nvSpPr>
      <dsp:spPr>
        <a:xfrm>
          <a:off x="362520" y="270155"/>
          <a:ext cx="659128" cy="6591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A2EC8-717E-42EB-935E-31A1241F06D4}">
      <dsp:nvSpPr>
        <dsp:cNvPr id="0" name=""/>
        <dsp:cNvSpPr/>
      </dsp:nvSpPr>
      <dsp:spPr>
        <a:xfrm>
          <a:off x="1384170" y="512"/>
          <a:ext cx="5327483" cy="1198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32" tIns="126832" rIns="126832" bIns="12683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solidFill>
                <a:schemeClr val="bg1"/>
              </a:solidFill>
            </a:rPr>
            <a:t>Server administration is a critical IT career.</a:t>
          </a:r>
          <a:endParaRPr lang="en-US" sz="2500" kern="1200" dirty="0">
            <a:solidFill>
              <a:schemeClr val="bg1"/>
            </a:solidFill>
          </a:endParaRPr>
        </a:p>
      </dsp:txBody>
      <dsp:txXfrm>
        <a:off x="1384170" y="512"/>
        <a:ext cx="5327483" cy="1198416"/>
      </dsp:txXfrm>
    </dsp:sp>
    <dsp:sp modelId="{5A9E5AE7-70E6-443A-8B1F-0C1BED437098}">
      <dsp:nvSpPr>
        <dsp:cNvPr id="0" name=""/>
        <dsp:cNvSpPr/>
      </dsp:nvSpPr>
      <dsp:spPr>
        <a:xfrm>
          <a:off x="0" y="1498532"/>
          <a:ext cx="6711654" cy="1198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A71ED-1585-4B7C-A40D-17D0F3D81411}">
      <dsp:nvSpPr>
        <dsp:cNvPr id="0" name=""/>
        <dsp:cNvSpPr/>
      </dsp:nvSpPr>
      <dsp:spPr>
        <a:xfrm>
          <a:off x="362520" y="1768176"/>
          <a:ext cx="659128" cy="6591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CF0A5-D48C-40D3-9D79-65B79087D833}">
      <dsp:nvSpPr>
        <dsp:cNvPr id="0" name=""/>
        <dsp:cNvSpPr/>
      </dsp:nvSpPr>
      <dsp:spPr>
        <a:xfrm>
          <a:off x="1384170" y="1498532"/>
          <a:ext cx="5327483" cy="1198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32" tIns="126832" rIns="126832" bIns="12683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solidFill>
                <a:schemeClr val="bg1"/>
              </a:solidFill>
            </a:rPr>
            <a:t>Practice daily.</a:t>
          </a:r>
          <a:endParaRPr lang="en-US" sz="2500" kern="1200" dirty="0">
            <a:solidFill>
              <a:schemeClr val="bg1"/>
            </a:solidFill>
          </a:endParaRPr>
        </a:p>
      </dsp:txBody>
      <dsp:txXfrm>
        <a:off x="1384170" y="1498532"/>
        <a:ext cx="5327483" cy="1198416"/>
      </dsp:txXfrm>
    </dsp:sp>
    <dsp:sp modelId="{60F1231C-6387-4328-B789-89980F61D480}">
      <dsp:nvSpPr>
        <dsp:cNvPr id="0" name=""/>
        <dsp:cNvSpPr/>
      </dsp:nvSpPr>
      <dsp:spPr>
        <a:xfrm>
          <a:off x="0" y="2996552"/>
          <a:ext cx="6711654" cy="1198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7C7D6-B093-4D97-AEED-6852DD28B50A}">
      <dsp:nvSpPr>
        <dsp:cNvPr id="0" name=""/>
        <dsp:cNvSpPr/>
      </dsp:nvSpPr>
      <dsp:spPr>
        <a:xfrm>
          <a:off x="362520" y="3266196"/>
          <a:ext cx="659128" cy="6591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27717-1C2A-42A0-9593-94F40C611D58}">
      <dsp:nvSpPr>
        <dsp:cNvPr id="0" name=""/>
        <dsp:cNvSpPr/>
      </dsp:nvSpPr>
      <dsp:spPr>
        <a:xfrm>
          <a:off x="1384170" y="2996552"/>
          <a:ext cx="5327483" cy="1198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32" tIns="126832" rIns="126832" bIns="12683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solidFill>
                <a:schemeClr val="bg1"/>
              </a:solidFill>
            </a:rPr>
            <a:t>Automation + discipline = professional success.</a:t>
          </a:r>
          <a:endParaRPr lang="en-US" sz="2500" kern="1200" dirty="0">
            <a:solidFill>
              <a:schemeClr val="bg1"/>
            </a:solidFill>
          </a:endParaRPr>
        </a:p>
      </dsp:txBody>
      <dsp:txXfrm>
        <a:off x="1384170" y="2996552"/>
        <a:ext cx="5327483" cy="1198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3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9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0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8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9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7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0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4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4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27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45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00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33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9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8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03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1785" y="629266"/>
            <a:ext cx="3575604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System Administration &amp; IT Infrastructure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C1CEC03C-427C-80C8-F74D-52E3FC0E7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89" r="51200" b="-446"/>
          <a:stretch>
            <a:fillRect/>
          </a:stretch>
        </p:blipFill>
        <p:spPr>
          <a:xfrm>
            <a:off x="20" y="10"/>
            <a:ext cx="3475989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1785" y="2438400"/>
            <a:ext cx="3575604" cy="3809999"/>
          </a:xfrm>
        </p:spPr>
        <p:txBody>
          <a:bodyPr>
            <a:normAutofit/>
          </a:bodyPr>
          <a:lstStyle/>
          <a:p>
            <a:r>
              <a:t>Week 1: Introduction to Windows Server Administration</a:t>
            </a:r>
          </a:p>
          <a:p>
            <a:r>
              <a:t>Full Detailed Lecture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t>What is System Administration?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F41A07-A9F0-3237-2616-D00721E71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650707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Role of a System Administrator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7E0E7C-93B8-20A2-07D0-B64311B1B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041419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Why Server Administration Matters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D0972D-3DDB-0F8E-70E9-38481CA7B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097214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Motivational Session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BEBF9E-AA4A-0430-0375-62395CE0C7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61150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Course Goals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9272EC-968B-50EA-1AE3-21A67402D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27375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Course Structure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DF46BB9-F81D-7C62-C6B7-34D90EA97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268184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Job Market Overview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4310ED-6B0B-38CF-F0DA-C0DF19390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889356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Salary &amp; Career Growth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DDA3E2-79DC-BD3B-4A68-E4E986AD6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416850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Course Applications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2D2F45-9537-D98A-208A-F35DF2AE2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2789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Work Ethics in IT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7E1F4C-47F7-72C2-0CB8-01A892004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485298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Introduction to Windows Server 2019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AA6D02-126A-C7C3-05AE-8E8E90EBB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310740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Key Features of Windows Server 2019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B08F65-FEE4-285E-944D-E055DA963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561674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Windows Server Editions Explained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2E8671-E2B1-E2AB-8ED5-3FF7EEB14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364448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Choosing the Right Edition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92EF3A-9AE9-40E8-75F6-153DB6FD3F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44188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Deployment Methods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015036-4291-5C14-1373-36AB88966C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599477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EBEBEB"/>
                </a:solidFill>
              </a:rPr>
              <a:t>Servicing &amp; Maintenance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251858-C41C-1A85-0887-01C1C6B062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248010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Activation &amp; Licensing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C29472-3F57-C61D-9121-B0824E73A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984389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Windows Server Core Overview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5AA606-F5EE-10E6-2058-79FD3E16D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915008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Benefits of Server Core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12C0C2-F0EB-F6A6-08BA-5A2FFB3B7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33986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Server Core vs Desktop Experience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6AB33E-37C0-8D15-27D3-4FD561D77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989733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305" y="838131"/>
            <a:ext cx="7053542" cy="1400530"/>
          </a:xfrm>
        </p:spPr>
        <p:txBody>
          <a:bodyPr>
            <a:normAutofit/>
          </a:bodyPr>
          <a:lstStyle/>
          <a:p>
            <a:r>
              <a:rPr lang="en-US" dirty="0"/>
              <a:t>Windows Admin Center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7548B9B-70A5-1A3F-C7CB-E185BC3DE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239719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PowerShell Administration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5AA05B-173C-75D7-E52D-8E038D5E6C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831219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Delegation of Privileges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F3D5574-7F91-25D6-E13C-530531CCFB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507352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Administration Principles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D02CA4-A652-2358-8280-11E6313D60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DBEF16-20A6-35C8-464D-4B8CD3787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226578"/>
              </p:ext>
            </p:extLst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528</Words>
  <Application>Microsoft Office PowerPoint</Application>
  <PresentationFormat>On-screen Show (4:3)</PresentationFormat>
  <Paragraphs>123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Century Gothic</vt:lpstr>
      <vt:lpstr>Wingdings 3</vt:lpstr>
      <vt:lpstr>Ion</vt:lpstr>
      <vt:lpstr>System Administration &amp; IT Infrastructure</vt:lpstr>
      <vt:lpstr>What is System Administration?</vt:lpstr>
      <vt:lpstr>Role of a System Administrator</vt:lpstr>
      <vt:lpstr>Why Server Administration Matters</vt:lpstr>
      <vt:lpstr>Motivational Session</vt:lpstr>
      <vt:lpstr>Course Goals</vt:lpstr>
      <vt:lpstr>Course Structure</vt:lpstr>
      <vt:lpstr>Job Market Overview</vt:lpstr>
      <vt:lpstr>Salary &amp; Career Growth</vt:lpstr>
      <vt:lpstr>Course Applications</vt:lpstr>
      <vt:lpstr>Work Ethics in IT</vt:lpstr>
      <vt:lpstr>Introduction to Windows Server 2019</vt:lpstr>
      <vt:lpstr>Key Features of Windows Server 2019</vt:lpstr>
      <vt:lpstr>Windows Server Editions Explained</vt:lpstr>
      <vt:lpstr>Choosing the Right Edition</vt:lpstr>
      <vt:lpstr>Deployment Methods</vt:lpstr>
      <vt:lpstr>Servicing &amp; Maintenance</vt:lpstr>
      <vt:lpstr>Activation &amp; Licensing</vt:lpstr>
      <vt:lpstr>Windows Server Core Overview</vt:lpstr>
      <vt:lpstr>Benefits of Server Core</vt:lpstr>
      <vt:lpstr>Server Core vs Desktop Experience</vt:lpstr>
      <vt:lpstr>Windows Admin Center</vt:lpstr>
      <vt:lpstr>PowerShell Administration</vt:lpstr>
      <vt:lpstr>Delegation of Privileges</vt:lpstr>
      <vt:lpstr>Administration Principles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Raza</cp:lastModifiedBy>
  <cp:revision>4</cp:revision>
  <dcterms:created xsi:type="dcterms:W3CDTF">2013-01-27T09:14:16Z</dcterms:created>
  <dcterms:modified xsi:type="dcterms:W3CDTF">2026-02-16T16:06:30Z</dcterms:modified>
  <cp:category/>
</cp:coreProperties>
</file>